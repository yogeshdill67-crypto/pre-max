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30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26" r:id="rId15"/>
    <p:sldId id="269" r:id="rId16"/>
    <p:sldId id="303" r:id="rId17"/>
    <p:sldId id="272" r:id="rId18"/>
    <p:sldId id="327" r:id="rId19"/>
    <p:sldId id="273" r:id="rId20"/>
    <p:sldId id="274" r:id="rId21"/>
    <p:sldId id="275" r:id="rId22"/>
    <p:sldId id="304" r:id="rId23"/>
    <p:sldId id="305" r:id="rId24"/>
    <p:sldId id="325" r:id="rId25"/>
    <p:sldId id="306" r:id="rId26"/>
    <p:sldId id="307" r:id="rId27"/>
    <p:sldId id="308" r:id="rId28"/>
    <p:sldId id="30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94660"/>
  </p:normalViewPr>
  <p:slideViewPr>
    <p:cSldViewPr snapToGrid="0">
      <p:cViewPr>
        <p:scale>
          <a:sx n="75" d="100"/>
          <a:sy n="75" d="100"/>
        </p:scale>
        <p:origin x="74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55BE9-4BEB-41AE-8389-BFB020BFFAE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9ED66-85D5-49F8-AEF9-AAB710332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63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9ED66-85D5-49F8-AEF9-AAB71033287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94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9ED66-85D5-49F8-AEF9-AAB71033287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524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9ED66-85D5-49F8-AEF9-AAB71033287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874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FEA5-195D-1E24-339C-B85811CFA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1340F-E319-FC22-5AC1-A08FBB773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2CF69-317D-59AD-DB58-1D3F4EFB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305A5-D96A-5108-D99D-13976950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C0E9-94D8-8AFE-498D-FF48F7E1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43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85CD-5357-DAA3-2A99-2B403F01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333AE-58C5-1EA4-F377-F123067C7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64FF9-6172-5EA5-B79D-AB2B66C9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EA09E-D2FC-2681-5CCF-5F4730B2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F77CE-645D-5B61-BF4B-93DA10E2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62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D4C4-097F-150F-788D-2B72A103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D4C73-75E3-9403-9C39-2E63C82E4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FD9C6-D54C-291F-7DE3-638EB292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6665D-5685-0A8C-7A45-52C0E535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1D3BB-0F39-1D3F-5BC1-ED5F016F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4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ACC0-67EA-E430-222D-21C81F17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ED5F-4A78-3224-3CA8-EE0AF8705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E05FC-F34F-9E56-D42B-486D16494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908A8-3CE8-80A2-107F-94A0BDFA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720E0-4664-1369-0A53-A326EF04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A3F7F-5F09-615D-5252-CC0A0B63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77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317D-B84C-277B-F090-533ABEA2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36C99-09AD-DBC3-11AC-C7A40149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A316-2DED-68B2-87A6-4A807961D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9C3B6D-0A01-56BA-2105-FCC384B04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E03C4-69EC-222F-ABD8-8FFFA3797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F4B85F-0A43-8AD2-8242-6E7E5239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51C8B-CF4C-A91F-4193-01A176AC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B7AC4-1FD4-5DA9-DB97-C34A0658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48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CD7A-8AD7-E5D2-25D5-AE5CB118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07E28-C24C-A66E-E8D1-1A3B4AA30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8C109-4A02-FE88-D697-6ED0B6E0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35493-F39C-75C1-F2F2-675ACC45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3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79D19-3EFB-1526-28D8-A91E0891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6885B-38BF-F04E-75FB-55C4A2F5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515FC-447F-7570-E1FD-384FA9DC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8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D0B0-D47E-EF15-4E01-C60D7218A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1FAB-8BE1-4063-9CB0-76019396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96BE-C52F-82ED-31BF-D54E00D89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566FA-8BF6-A67E-A152-A8D8F679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4F24-614A-640F-C427-FB1782B8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E4DFB-D756-74AC-9A2F-97C4F9AD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0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DD47-7223-B820-4684-C0E0494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A04C2-8ADD-2494-BC9E-60EBD72D1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A88B2-AD10-CC8A-27C5-185677F36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8F64E-C010-4A26-2795-0EDB639F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02277-0514-702D-5507-8F95E011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9C3BB-CE96-0606-70E7-999BCC02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5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B77D-9BFD-43FC-6D43-EDC6747D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C95F5-E252-FD75-F57A-C9D5677D8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9E80B-6E00-53AF-9A9A-0A5981E7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53F46-7272-19A9-4209-FBFDF79A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2B784-6692-58C7-B374-56DD12C0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6C109-9CF7-3CF5-33D3-0AEF950A4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6E17E-28AB-C955-E585-DE626509E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8FFB-D1DE-6085-6B41-1F2DD84B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542F4-8026-5FB9-AAFB-2936190D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AFCD3-098B-6C48-351A-FB286E8E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24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91F41-0CC4-FE13-7D67-0344E4AF5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18265-F60B-0150-7115-7C6A52977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F619F-DA6F-851D-474D-C44DF0708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45DC5-2218-467D-B202-39697AB1CE1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28068-1DCD-C1FA-8B49-1083C9528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43AB7-117D-6CF3-3EF8-5F50B97EE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D00EB-1524-443C-94B8-8E105D0B5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22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4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22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43.png"/><Relationship Id="rId5" Type="http://schemas.openxmlformats.org/officeDocument/2006/relationships/image" Target="../media/image138.png"/><Relationship Id="rId10" Type="http://schemas.openxmlformats.org/officeDocument/2006/relationships/image" Target="../media/image142.png"/><Relationship Id="rId4" Type="http://schemas.openxmlformats.org/officeDocument/2006/relationships/image" Target="../media/image137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1.png"/><Relationship Id="rId7" Type="http://schemas.openxmlformats.org/officeDocument/2006/relationships/image" Target="../media/image16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67.png"/><Relationship Id="rId5" Type="http://schemas.openxmlformats.org/officeDocument/2006/relationships/image" Target="../media/image163.png"/><Relationship Id="rId10" Type="http://schemas.openxmlformats.org/officeDocument/2006/relationships/image" Target="../media/image166.png"/><Relationship Id="rId4" Type="http://schemas.openxmlformats.org/officeDocument/2006/relationships/image" Target="../media/image162.png"/><Relationship Id="rId9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22.png"/><Relationship Id="rId12" Type="http://schemas.openxmlformats.org/officeDocument/2006/relationships/image" Target="../media/image176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5.png"/><Relationship Id="rId5" Type="http://schemas.openxmlformats.org/officeDocument/2006/relationships/image" Target="../media/image171.png"/><Relationship Id="rId10" Type="http://schemas.openxmlformats.org/officeDocument/2006/relationships/image" Target="../media/image135.png"/><Relationship Id="rId4" Type="http://schemas.openxmlformats.org/officeDocument/2006/relationships/image" Target="../media/image170.png"/><Relationship Id="rId9" Type="http://schemas.openxmlformats.org/officeDocument/2006/relationships/image" Target="../media/image1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7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22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image" Target="../media/image180.png"/><Relationship Id="rId10" Type="http://schemas.openxmlformats.org/officeDocument/2006/relationships/image" Target="../media/image185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18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08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3" Type="http://schemas.openxmlformats.org/officeDocument/2006/relationships/image" Target="../media/image211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10" Type="http://schemas.openxmlformats.org/officeDocument/2006/relationships/image" Target="../media/image217.png"/><Relationship Id="rId4" Type="http://schemas.openxmlformats.org/officeDocument/2006/relationships/image" Target="../media/image22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0" Type="http://schemas.openxmlformats.org/officeDocument/2006/relationships/image" Target="../media/image23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3" Type="http://schemas.openxmlformats.org/officeDocument/2006/relationships/image" Target="../media/image22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image" Target="../media/image256.png"/><Relationship Id="rId18" Type="http://schemas.openxmlformats.org/officeDocument/2006/relationships/image" Target="../media/image261.png"/><Relationship Id="rId3" Type="http://schemas.openxmlformats.org/officeDocument/2006/relationships/image" Target="../media/image246.png"/><Relationship Id="rId21" Type="http://schemas.openxmlformats.org/officeDocument/2006/relationships/image" Target="../media/image263.png"/><Relationship Id="rId7" Type="http://schemas.openxmlformats.org/officeDocument/2006/relationships/image" Target="../media/image250.png"/><Relationship Id="rId12" Type="http://schemas.openxmlformats.org/officeDocument/2006/relationships/image" Target="../media/image255.png"/><Relationship Id="rId17" Type="http://schemas.openxmlformats.org/officeDocument/2006/relationships/image" Target="../media/image260.png"/><Relationship Id="rId2" Type="http://schemas.openxmlformats.org/officeDocument/2006/relationships/image" Target="../media/image245.png"/><Relationship Id="rId16" Type="http://schemas.openxmlformats.org/officeDocument/2006/relationships/image" Target="../media/image259.png"/><Relationship Id="rId20" Type="http://schemas.openxmlformats.org/officeDocument/2006/relationships/image" Target="../media/image2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11" Type="http://schemas.openxmlformats.org/officeDocument/2006/relationships/image" Target="../media/image254.png"/><Relationship Id="rId5" Type="http://schemas.openxmlformats.org/officeDocument/2006/relationships/image" Target="../media/image248.png"/><Relationship Id="rId15" Type="http://schemas.openxmlformats.org/officeDocument/2006/relationships/image" Target="../media/image258.png"/><Relationship Id="rId10" Type="http://schemas.openxmlformats.org/officeDocument/2006/relationships/image" Target="../media/image253.png"/><Relationship Id="rId19" Type="http://schemas.openxmlformats.org/officeDocument/2006/relationships/image" Target="../media/image22.png"/><Relationship Id="rId4" Type="http://schemas.openxmlformats.org/officeDocument/2006/relationships/image" Target="../media/image247.png"/><Relationship Id="rId9" Type="http://schemas.openxmlformats.org/officeDocument/2006/relationships/image" Target="../media/image252.png"/><Relationship Id="rId14" Type="http://schemas.openxmlformats.org/officeDocument/2006/relationships/image" Target="../media/image2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4.png"/><Relationship Id="rId18" Type="http://schemas.openxmlformats.org/officeDocument/2006/relationships/image" Target="../media/image279.png"/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12" Type="http://schemas.openxmlformats.org/officeDocument/2006/relationships/image" Target="../media/image273.png"/><Relationship Id="rId17" Type="http://schemas.openxmlformats.org/officeDocument/2006/relationships/image" Target="../media/image278.png"/><Relationship Id="rId2" Type="http://schemas.openxmlformats.org/officeDocument/2006/relationships/image" Target="../media/image264.png"/><Relationship Id="rId16" Type="http://schemas.openxmlformats.org/officeDocument/2006/relationships/image" Target="../media/image277.png"/><Relationship Id="rId20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image" Target="../media/image272.png"/><Relationship Id="rId5" Type="http://schemas.openxmlformats.org/officeDocument/2006/relationships/image" Target="../media/image267.png"/><Relationship Id="rId15" Type="http://schemas.openxmlformats.org/officeDocument/2006/relationships/image" Target="../media/image276.png"/><Relationship Id="rId10" Type="http://schemas.openxmlformats.org/officeDocument/2006/relationships/image" Target="../media/image271.png"/><Relationship Id="rId19" Type="http://schemas.openxmlformats.org/officeDocument/2006/relationships/image" Target="../media/image280.png"/><Relationship Id="rId4" Type="http://schemas.openxmlformats.org/officeDocument/2006/relationships/image" Target="../media/image266.png"/><Relationship Id="rId9" Type="http://schemas.openxmlformats.org/officeDocument/2006/relationships/image" Target="../media/image270.png"/><Relationship Id="rId14" Type="http://schemas.openxmlformats.org/officeDocument/2006/relationships/image" Target="../media/image2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12" Type="http://schemas.openxmlformats.org/officeDocument/2006/relationships/image" Target="../media/image292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png"/><Relationship Id="rId11" Type="http://schemas.openxmlformats.org/officeDocument/2006/relationships/image" Target="../media/image291.png"/><Relationship Id="rId5" Type="http://schemas.openxmlformats.org/officeDocument/2006/relationships/image" Target="../media/image285.png"/><Relationship Id="rId10" Type="http://schemas.openxmlformats.org/officeDocument/2006/relationships/image" Target="../media/image290.png"/><Relationship Id="rId4" Type="http://schemas.openxmlformats.org/officeDocument/2006/relationships/image" Target="../media/image284.png"/><Relationship Id="rId9" Type="http://schemas.openxmlformats.org/officeDocument/2006/relationships/image" Target="../media/image28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13" Type="http://schemas.openxmlformats.org/officeDocument/2006/relationships/image" Target="../media/image303.png"/><Relationship Id="rId18" Type="http://schemas.openxmlformats.org/officeDocument/2006/relationships/image" Target="../media/image308.png"/><Relationship Id="rId3" Type="http://schemas.openxmlformats.org/officeDocument/2006/relationships/image" Target="../media/image294.png"/><Relationship Id="rId7" Type="http://schemas.openxmlformats.org/officeDocument/2006/relationships/image" Target="../media/image298.png"/><Relationship Id="rId12" Type="http://schemas.openxmlformats.org/officeDocument/2006/relationships/image" Target="../media/image302.png"/><Relationship Id="rId17" Type="http://schemas.openxmlformats.org/officeDocument/2006/relationships/image" Target="../media/image307.png"/><Relationship Id="rId2" Type="http://schemas.openxmlformats.org/officeDocument/2006/relationships/image" Target="../media/image293.png"/><Relationship Id="rId16" Type="http://schemas.openxmlformats.org/officeDocument/2006/relationships/image" Target="../media/image306.png"/><Relationship Id="rId20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7.png"/><Relationship Id="rId11" Type="http://schemas.openxmlformats.org/officeDocument/2006/relationships/image" Target="../media/image301.png"/><Relationship Id="rId5" Type="http://schemas.openxmlformats.org/officeDocument/2006/relationships/image" Target="../media/image296.png"/><Relationship Id="rId15" Type="http://schemas.openxmlformats.org/officeDocument/2006/relationships/image" Target="../media/image305.png"/><Relationship Id="rId10" Type="http://schemas.openxmlformats.org/officeDocument/2006/relationships/image" Target="../media/image300.png"/><Relationship Id="rId19" Type="http://schemas.openxmlformats.org/officeDocument/2006/relationships/image" Target="../media/image309.png"/><Relationship Id="rId4" Type="http://schemas.openxmlformats.org/officeDocument/2006/relationships/image" Target="../media/image295.png"/><Relationship Id="rId9" Type="http://schemas.openxmlformats.org/officeDocument/2006/relationships/image" Target="../media/image22.png"/><Relationship Id="rId14" Type="http://schemas.openxmlformats.org/officeDocument/2006/relationships/image" Target="../media/image30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22.png"/><Relationship Id="rId18" Type="http://schemas.openxmlformats.org/officeDocument/2006/relationships/image" Target="../media/image327.png"/><Relationship Id="rId3" Type="http://schemas.openxmlformats.org/officeDocument/2006/relationships/image" Target="../media/image312.png"/><Relationship Id="rId7" Type="http://schemas.openxmlformats.org/officeDocument/2006/relationships/image" Target="../media/image316.png"/><Relationship Id="rId12" Type="http://schemas.openxmlformats.org/officeDocument/2006/relationships/image" Target="../media/image321.png"/><Relationship Id="rId17" Type="http://schemas.openxmlformats.org/officeDocument/2006/relationships/image" Target="../media/image326.png"/><Relationship Id="rId2" Type="http://schemas.openxmlformats.org/officeDocument/2006/relationships/image" Target="../media/image311.png"/><Relationship Id="rId16" Type="http://schemas.openxmlformats.org/officeDocument/2006/relationships/image" Target="../media/image3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5.png"/><Relationship Id="rId11" Type="http://schemas.openxmlformats.org/officeDocument/2006/relationships/image" Target="../media/image320.png"/><Relationship Id="rId5" Type="http://schemas.openxmlformats.org/officeDocument/2006/relationships/image" Target="../media/image314.png"/><Relationship Id="rId15" Type="http://schemas.openxmlformats.org/officeDocument/2006/relationships/image" Target="../media/image324.png"/><Relationship Id="rId10" Type="http://schemas.openxmlformats.org/officeDocument/2006/relationships/image" Target="../media/image319.png"/><Relationship Id="rId4" Type="http://schemas.openxmlformats.org/officeDocument/2006/relationships/image" Target="../media/image313.png"/><Relationship Id="rId9" Type="http://schemas.openxmlformats.org/officeDocument/2006/relationships/image" Target="../media/image318.png"/><Relationship Id="rId14" Type="http://schemas.openxmlformats.org/officeDocument/2006/relationships/image" Target="../media/image3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13" Type="http://schemas.openxmlformats.org/officeDocument/2006/relationships/image" Target="../media/image338.png"/><Relationship Id="rId3" Type="http://schemas.openxmlformats.org/officeDocument/2006/relationships/image" Target="../media/image329.png"/><Relationship Id="rId7" Type="http://schemas.openxmlformats.org/officeDocument/2006/relationships/image" Target="../media/image332.png"/><Relationship Id="rId12" Type="http://schemas.openxmlformats.org/officeDocument/2006/relationships/image" Target="../media/image337.png"/><Relationship Id="rId17" Type="http://schemas.openxmlformats.org/officeDocument/2006/relationships/image" Target="../media/image342.png"/><Relationship Id="rId2" Type="http://schemas.openxmlformats.org/officeDocument/2006/relationships/image" Target="../media/image328.png"/><Relationship Id="rId16" Type="http://schemas.openxmlformats.org/officeDocument/2006/relationships/image" Target="../media/image3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11" Type="http://schemas.openxmlformats.org/officeDocument/2006/relationships/image" Target="../media/image336.png"/><Relationship Id="rId5" Type="http://schemas.openxmlformats.org/officeDocument/2006/relationships/image" Target="../media/image330.png"/><Relationship Id="rId15" Type="http://schemas.openxmlformats.org/officeDocument/2006/relationships/image" Target="../media/image340.png"/><Relationship Id="rId10" Type="http://schemas.openxmlformats.org/officeDocument/2006/relationships/image" Target="../media/image335.png"/><Relationship Id="rId4" Type="http://schemas.openxmlformats.org/officeDocument/2006/relationships/image" Target="../media/image22.png"/><Relationship Id="rId9" Type="http://schemas.openxmlformats.org/officeDocument/2006/relationships/image" Target="../media/image334.png"/><Relationship Id="rId14" Type="http://schemas.openxmlformats.org/officeDocument/2006/relationships/image" Target="../media/image33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png"/><Relationship Id="rId3" Type="http://schemas.openxmlformats.org/officeDocument/2006/relationships/image" Target="../media/image344.png"/><Relationship Id="rId7" Type="http://schemas.openxmlformats.org/officeDocument/2006/relationships/image" Target="../media/image348.png"/><Relationship Id="rId12" Type="http://schemas.openxmlformats.org/officeDocument/2006/relationships/image" Target="../media/image327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7.png"/><Relationship Id="rId11" Type="http://schemas.openxmlformats.org/officeDocument/2006/relationships/image" Target="../media/image352.png"/><Relationship Id="rId5" Type="http://schemas.openxmlformats.org/officeDocument/2006/relationships/image" Target="../media/image346.png"/><Relationship Id="rId10" Type="http://schemas.openxmlformats.org/officeDocument/2006/relationships/image" Target="../media/image351.png"/><Relationship Id="rId4" Type="http://schemas.openxmlformats.org/officeDocument/2006/relationships/image" Target="../media/image345.png"/><Relationship Id="rId9" Type="http://schemas.openxmlformats.org/officeDocument/2006/relationships/image" Target="../media/image3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EC346-44D3-26E5-6FCD-B7DD2A9BB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037" y="39551"/>
            <a:ext cx="2000457" cy="570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190A55-89B8-6BD9-1D17-40C93C9F4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385" y="445953"/>
            <a:ext cx="3214811" cy="2231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B1F73-CA00-9244-99CF-169FAD6D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913" y="2778120"/>
            <a:ext cx="2343169" cy="650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4112C-C3E5-EB1C-F06A-1DF8C5CDC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670" y="174491"/>
            <a:ext cx="4833100" cy="54292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5733A9-2CEE-FF20-44B2-D136DA863128}"/>
              </a:ext>
            </a:extLst>
          </p:cNvPr>
          <p:cNvCxnSpPr>
            <a:cxnSpLocks/>
          </p:cNvCxnSpPr>
          <p:nvPr/>
        </p:nvCxnSpPr>
        <p:spPr>
          <a:xfrm>
            <a:off x="7129670" y="834887"/>
            <a:ext cx="0" cy="6023113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974D1DB-0FD7-1BBC-6FA8-B4BB58A67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36" y="3226013"/>
            <a:ext cx="4929522" cy="3037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79983-7A9A-5A6D-B0E7-58D6FACDE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913" y="6428792"/>
            <a:ext cx="2435610" cy="324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07B88F-B1F9-6D87-182D-60BA1E69AF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9807" y="688977"/>
            <a:ext cx="3552825" cy="2152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2763FC-7EE8-5EBF-B3FE-EC64E4B984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2812" y="2991165"/>
            <a:ext cx="20383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42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8F971F-CEB2-9282-F9D7-101E753187A5}"/>
              </a:ext>
            </a:extLst>
          </p:cNvPr>
          <p:cNvCxnSpPr>
            <a:cxnSpLocks/>
          </p:cNvCxnSpPr>
          <p:nvPr/>
        </p:nvCxnSpPr>
        <p:spPr>
          <a:xfrm>
            <a:off x="5972205" y="834887"/>
            <a:ext cx="0" cy="6023113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26F47B8-DA0A-C3CF-01C2-4D173D4878FF}"/>
              </a:ext>
            </a:extLst>
          </p:cNvPr>
          <p:cNvGrpSpPr/>
          <p:nvPr/>
        </p:nvGrpSpPr>
        <p:grpSpPr>
          <a:xfrm>
            <a:off x="1101011" y="1632856"/>
            <a:ext cx="2855253" cy="4764403"/>
            <a:chOff x="8275775" y="638503"/>
            <a:chExt cx="3433270" cy="601346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A1F12C0-6989-31C6-0AF4-C51CBECBB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5775" y="638503"/>
              <a:ext cx="3114675" cy="15335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1AEEFAA-3D92-80DB-4DE1-BDA27D2E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4840" y="2182381"/>
              <a:ext cx="1568934" cy="11410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2C74A27-A993-2073-AF67-C249BDE0A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6440" y="3369720"/>
              <a:ext cx="1802375" cy="112370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F64B885-562B-23BC-9835-F2D01720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4371" y="4344422"/>
              <a:ext cx="3114674" cy="2307549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1BFE982E-AF81-A780-5F52-F27FA9491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775" y="6397260"/>
            <a:ext cx="1706446" cy="460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B187F1-8FA2-7A6A-579F-205FB6D58D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078" y="775989"/>
            <a:ext cx="4335425" cy="739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710CE2-7CD6-1C1A-8511-26949ED41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6927" y="100065"/>
            <a:ext cx="2634973" cy="49243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F2ECCA-EB47-C0B5-E6C6-36DF3BFC4181}"/>
              </a:ext>
            </a:extLst>
          </p:cNvPr>
          <p:cNvGrpSpPr/>
          <p:nvPr/>
        </p:nvGrpSpPr>
        <p:grpSpPr>
          <a:xfrm>
            <a:off x="7033944" y="834887"/>
            <a:ext cx="3792087" cy="5267498"/>
            <a:chOff x="105603" y="151574"/>
            <a:chExt cx="3792087" cy="526749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1F92BB-B414-C643-5B34-C0C93AEEC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3195" y="151574"/>
              <a:ext cx="3654495" cy="24441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27C612-39A2-8578-1C07-F8A90A05B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603" y="2859125"/>
              <a:ext cx="3724275" cy="203876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62A583-2AF5-0969-EDCA-C282A75F4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1219" y="5016089"/>
              <a:ext cx="2765297" cy="40298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5E4F33-7551-B996-BCD0-4D3B85874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7242" y="2550529"/>
              <a:ext cx="1909862" cy="438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231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7F74998-67C4-DE94-E7A1-BA1DAB70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3" y="609844"/>
            <a:ext cx="4476750" cy="46672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BEC373-7AF9-F0B7-13DC-764560BF0D1E}"/>
              </a:ext>
            </a:extLst>
          </p:cNvPr>
          <p:cNvCxnSpPr>
            <a:cxnSpLocks/>
          </p:cNvCxnSpPr>
          <p:nvPr/>
        </p:nvCxnSpPr>
        <p:spPr>
          <a:xfrm>
            <a:off x="5857461" y="278297"/>
            <a:ext cx="0" cy="648693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AE70D-BF06-C92F-1A8C-FD523D5C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4" y="4313403"/>
            <a:ext cx="5822057" cy="562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C20E412-3385-036F-4802-BFBC41D71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55" y="3805667"/>
            <a:ext cx="1343025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C54190-7C15-9BAF-1EA6-73B766EB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14" y="2083532"/>
            <a:ext cx="1343025" cy="266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F6CF31-A4EB-2DFB-74D7-3451BDBF8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3" y="2540029"/>
            <a:ext cx="5562600" cy="4286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FE6777-1BCF-A5EE-0D34-B5E0FFB2B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3" y="151574"/>
            <a:ext cx="1343025" cy="266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1AC1C7-87E2-23F2-AC92-072077D52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720" y="418274"/>
            <a:ext cx="1343025" cy="2667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6450509-C195-6431-651B-A47889094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316" y="841425"/>
            <a:ext cx="5857875" cy="5619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CD8331-1C6C-633C-FA20-A7739E763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720" y="3450220"/>
            <a:ext cx="1343025" cy="2667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2893F68-5FAF-F210-F3D0-8F0D95F21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719" y="3930421"/>
            <a:ext cx="5219700" cy="1323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17D230-6BC1-455E-7114-2B2368142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862" y="1482378"/>
            <a:ext cx="1343025" cy="295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2968BE-E653-31EC-DE06-63FDCC8312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714" y="1408982"/>
            <a:ext cx="889148" cy="3686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E3C03-1C62-51BA-85A4-E63BA663DB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59" y="3081549"/>
            <a:ext cx="889148" cy="36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F59608-5A4D-5960-8708-3EBFE34005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940" y="3100229"/>
            <a:ext cx="1773306" cy="2566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24DA19-53A5-C9B5-68BF-5A506EA56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108" y="5175090"/>
            <a:ext cx="4927671" cy="12951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41BAEB-9152-51E8-6B2C-8F8FE3B9B4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2363" y="1483341"/>
            <a:ext cx="4698390" cy="16788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2C6825-5869-6489-3DF1-C30C36BA45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2363" y="5736927"/>
            <a:ext cx="1908893" cy="27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2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74157E5-708A-46C3-31B5-B3E270F56E62}"/>
              </a:ext>
            </a:extLst>
          </p:cNvPr>
          <p:cNvCxnSpPr>
            <a:cxnSpLocks/>
          </p:cNvCxnSpPr>
          <p:nvPr/>
        </p:nvCxnSpPr>
        <p:spPr>
          <a:xfrm>
            <a:off x="5857461" y="278297"/>
            <a:ext cx="0" cy="648693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A0780B3-B56A-76EE-46A1-9646681F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61" y="-1"/>
            <a:ext cx="1321487" cy="609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DE27B-1FB8-818B-66B4-BC2A03DB8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61" y="803900"/>
            <a:ext cx="1523796" cy="6984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386413-1502-4163-695E-5EDE86F80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2" y="1679726"/>
            <a:ext cx="5218181" cy="891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66C823-666D-6003-670D-0A4F65864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198" y="2888256"/>
            <a:ext cx="1625880" cy="2105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F5A5C3-3185-5F7E-CB56-F180276E28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2972" y="2888256"/>
            <a:ext cx="3513720" cy="2105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CBDDAD-F891-D664-EF9C-69DF824C3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569" y="5178273"/>
            <a:ext cx="2678659" cy="546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1555D2-689A-2BBE-2A07-644D97D50E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198" y="5909306"/>
            <a:ext cx="1176902" cy="8559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7D7A5B-A463-3F4E-3E1F-789704CAC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9690" y="12499"/>
            <a:ext cx="3122322" cy="7958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F1701F-FF53-BC12-29EA-9474B4E10E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9690" y="662613"/>
            <a:ext cx="3144496" cy="27564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686FF6-23EC-C3AA-21DF-D2E293424C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9690" y="3438936"/>
            <a:ext cx="5765145" cy="10299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6DBA39-47AB-A1C5-0E20-D956FED07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3147" y="4555861"/>
            <a:ext cx="5187059" cy="227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8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14CC0-0020-0D03-14C3-CBB23730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1" y="202509"/>
            <a:ext cx="2742957" cy="937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8B4860-8A62-6719-4537-5FC5DC7DD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21" y="1369530"/>
            <a:ext cx="4788237" cy="6448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F61DD7-C95A-CD72-6122-5923455754AF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0F5D111-C552-7FAA-6F4A-47CE9859D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326" y="2161348"/>
            <a:ext cx="2105025" cy="466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E45758-A895-D239-7AC6-435DAA621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4" y="2998718"/>
            <a:ext cx="5545278" cy="64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49BADD-806E-4E66-D07B-42E30C4232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69" y="3873362"/>
            <a:ext cx="3827069" cy="24740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8C7809-DAEB-6911-0DB8-BD5956E2B8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02509"/>
            <a:ext cx="5806997" cy="7118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9CC1EC-2206-B685-165F-E71CD7F02E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2473" y="3953205"/>
            <a:ext cx="1847814" cy="18835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6087F8-A455-D56A-73EC-0B6C58A09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8162" y="1090404"/>
            <a:ext cx="3423512" cy="23385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9B911D-8B51-78E5-C081-A51CF861CB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9493" y="3359215"/>
            <a:ext cx="5090755" cy="14689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E6CE94-8489-81C9-04B7-0AED33E5C0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9503" y="4894994"/>
            <a:ext cx="3738181" cy="174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8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E00DF8-62A2-F056-452D-A77245EDF192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E0A4647-6D9D-184A-4988-DD6AE7F2F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7" y="263387"/>
            <a:ext cx="13430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AAF3C0-19A2-A61B-7513-8D208E1C9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8589"/>
            <a:ext cx="5829300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F52635-ABDC-6A44-BFC2-728E93049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18" y="1315485"/>
            <a:ext cx="4061163" cy="2158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1B4C53-3290-0976-046C-D7ED614CC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103" y="3531001"/>
            <a:ext cx="1419225" cy="43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4D3BE3-331B-3782-9454-D36F06B46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8" y="4081800"/>
            <a:ext cx="2728794" cy="2322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61EEAB-A5CE-8381-D3B9-5861BB45D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609" y="56588"/>
            <a:ext cx="1343025" cy="644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87216D-66C1-9A54-1861-34D9F23DB6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5883" y="808589"/>
            <a:ext cx="5324475" cy="285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7FFA2B-0D55-BE05-9F54-7DAD9D3A1C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7429" y="1247240"/>
            <a:ext cx="5850141" cy="6657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050D14-9751-4487-6412-DE12C57A7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0251" y="2087295"/>
            <a:ext cx="1058843" cy="4572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68297C-3481-233F-95C8-E1B7BDA1EF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8059" y="2489737"/>
            <a:ext cx="1147510" cy="7418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E1E573-3CF7-E4AD-FADC-2A18BB7211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1000" y="3231561"/>
            <a:ext cx="5141429" cy="7375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D181A8-EB88-3E29-3FC8-B32F2069B7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0251" y="4040989"/>
            <a:ext cx="1064215" cy="831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6C54E1-D1EB-1D7C-DD90-A5032B0FB9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6034" y="4872789"/>
            <a:ext cx="5100637" cy="5689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E8F3192-813C-F8F9-0054-AEEE4154063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9211" y="5805002"/>
            <a:ext cx="5067300" cy="54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59E63-3C9C-423F-CB58-46D432657A5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77110" y="3946849"/>
            <a:ext cx="3131516" cy="283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8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EE319-FD9A-C0D9-1626-F7B6CA93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2" y="24064"/>
            <a:ext cx="2724150" cy="239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00268-2267-48D3-F2A3-6FE56763C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36" y="67924"/>
            <a:ext cx="2724150" cy="239077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7AD232-CF28-7C0E-A17C-AECF613B3FE6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86D2AB5-9A0B-868B-518D-9B42B8C34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1" y="2502558"/>
            <a:ext cx="5474437" cy="757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F4B52B-32CC-708B-B72A-F83FD70A3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50" y="3479604"/>
            <a:ext cx="2647950" cy="1990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9D2BA8-C804-69C2-35B3-65B2A39E2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2262" y="3518977"/>
            <a:ext cx="2676525" cy="1971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BBF4D3-02C1-D61D-364C-9FCBC3F45B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75" y="5516712"/>
            <a:ext cx="4967134" cy="6675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CAAF90-E988-0988-1BB6-7AC268B3AC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1434" y="6100511"/>
            <a:ext cx="1219200" cy="733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B1D2E1-15BF-1441-0862-C7C790F59C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6507" y="164935"/>
            <a:ext cx="992121" cy="4800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84A0037-E047-1479-43C4-E62B30E6EB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524" y="72191"/>
            <a:ext cx="2513736" cy="6256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6716BE-B7AF-F800-1FC4-66D6412035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4551" y="123073"/>
            <a:ext cx="2445688" cy="6256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713FA10-3AFB-59FA-0400-30BC6BF69F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3414" y="873783"/>
            <a:ext cx="5866822" cy="17326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18AAE5D-70C9-0C0E-AFC0-52217A4480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0485" y="2618503"/>
            <a:ext cx="3800475" cy="542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C17F92D-3FBA-9F7D-6473-140FC73BD0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4925" y="3164301"/>
            <a:ext cx="5825122" cy="5429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963FFE3-B9C7-7DD2-CD79-51EF284F11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6797" y="3821010"/>
            <a:ext cx="5910457" cy="5429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CD485A0-7AF6-2947-0613-967C1CCB87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7708" y="4474966"/>
            <a:ext cx="3212030" cy="175642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CD38C82-E101-850B-0C6F-9E36133AF19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7667" y="6293021"/>
            <a:ext cx="2360798" cy="4927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747F284-F86E-A732-A597-3D9E0B155C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78814" y="4479926"/>
            <a:ext cx="2935485" cy="194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002E7-8DE5-CE1B-54B5-CA07818B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76" y="242456"/>
            <a:ext cx="3425999" cy="57526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59AC4-57B4-AC7A-AB7A-3F7CC97DC502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D23B949-F24D-C55A-0CFE-4ADE9E98F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" y="1238820"/>
            <a:ext cx="5672062" cy="602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D07F21-3179-D971-BE83-66D3D23F3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557" y="1840830"/>
            <a:ext cx="2868427" cy="14539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7CCFAC-C5DF-D5A8-9DE3-6734D0024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95" y="3832299"/>
            <a:ext cx="5778822" cy="511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7C3589-BEA2-6032-CA0A-AFFAB63600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95" y="982280"/>
            <a:ext cx="1343025" cy="26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0D9410-3D8C-4100-25E4-36E41F395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87" y="3487854"/>
            <a:ext cx="1343025" cy="26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64AE6D-4336-34F1-4B8A-331D1D78FB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3420" y="4456495"/>
            <a:ext cx="3248025" cy="1419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D7D292-7347-8B0F-5E44-99CD407473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4943" y="71449"/>
            <a:ext cx="2438346" cy="5187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A91218-981C-1C73-E119-1DAD2CE8CC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1394" y="590245"/>
            <a:ext cx="5860211" cy="6616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589259-81D8-EF54-7AE9-129251A8D0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9006" y="1820906"/>
            <a:ext cx="1266825" cy="9334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9DC20C-E0A0-C41B-D375-9C027A3B7B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7794" y="1309138"/>
            <a:ext cx="1885905" cy="19856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76A8264-BEEC-C5CD-A388-693D3F2541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3429" y="4496064"/>
            <a:ext cx="4219575" cy="7143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D2727D2-EFBE-6D4A-30B1-713898B62C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08461" y="3350778"/>
            <a:ext cx="2886075" cy="4476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E235CFF-82CB-809A-FC4A-2EFCC15FC3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8805" y="4014826"/>
            <a:ext cx="2028825" cy="4000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70524B-6924-3AAF-54E6-B327709089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1332" y="5234031"/>
            <a:ext cx="3009900" cy="15049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DCC4B68-AD79-EAFE-FDB0-9DF3CF6F74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5490" y="5363701"/>
            <a:ext cx="1714500" cy="504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73DF0E2-FD25-F063-710F-1D07154FC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08340" y="5986506"/>
            <a:ext cx="177165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5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D2D9D6-CCCD-BF5C-9964-F1C0F286CD46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FB3D72E-A186-B13B-DECD-B9FEC882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71" y="0"/>
            <a:ext cx="2526632" cy="1804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0538E6-AE65-ADEA-9C44-0FA80FD4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61" y="2017795"/>
            <a:ext cx="5190117" cy="741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688EF-434B-26D1-A3DD-256719238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387" y="2836692"/>
            <a:ext cx="1352550" cy="942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A97452-C4B5-B2A7-E5CC-C2416BF7C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961" y="4098760"/>
            <a:ext cx="3131469" cy="1671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15711E-21EC-9E89-ADE0-D672B887F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639" y="5856017"/>
            <a:ext cx="3171825" cy="466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CF66E3-81BD-FFA8-2E1B-AC4EC284F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4163" y="6322742"/>
            <a:ext cx="2390775" cy="419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471946-0964-5A33-A71D-7E30B76EE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4987" y="112542"/>
            <a:ext cx="4182939" cy="28551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54E7B5-974D-68C1-A734-B4A5252068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951" y="3195637"/>
            <a:ext cx="3230043" cy="5840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4107A4-EE30-3426-7371-F510495BF7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5021" y="3687417"/>
            <a:ext cx="1828800" cy="485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EED6F7-EDCA-E9D3-BD51-1EFDE5CA15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6338" y="4226822"/>
            <a:ext cx="4591050" cy="438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97E00EE-C88D-2C45-5007-D3771E4D51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4987" y="4728542"/>
            <a:ext cx="3331952" cy="20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18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56B54-6A83-F307-6FCC-84F2A540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9" y="185236"/>
            <a:ext cx="2690109" cy="524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2573F9-9766-831B-7CC3-849C1F86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3" y="709863"/>
            <a:ext cx="2055498" cy="39528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5FB8A-E035-6C21-63CC-136E58C1727F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802D4F9-6A22-874C-5D39-C9FB71F46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41" y="1186364"/>
            <a:ext cx="3093649" cy="630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CA9D4D-25A6-239F-E0EA-FA0C40180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462" y="1629778"/>
            <a:ext cx="1502498" cy="8006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6F8ADA-8462-8EA5-D8CE-0DD314A0B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7427" y="2430379"/>
            <a:ext cx="1225125" cy="630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FE6F45-A30F-80BF-7B7A-1898DDD6E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462" y="3019927"/>
            <a:ext cx="1830068" cy="6136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ACD9BA-DB1F-936B-174C-90CC1D6E4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43" y="3687417"/>
            <a:ext cx="5438898" cy="7402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ECBD18-9B0F-E472-57AF-CA758F399C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0264" y="4616357"/>
            <a:ext cx="2461280" cy="18085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006BA0-A097-D917-0226-CC1232B675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1228" y="218949"/>
            <a:ext cx="4962525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D4B9F8-042E-F5F0-56A3-E45B18A6BD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8732" y="907507"/>
            <a:ext cx="2111174" cy="4514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D61C73-47EE-CF73-D7C2-E91BE22334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9485" y="676149"/>
            <a:ext cx="3030990" cy="19972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06C133F-53BE-70E1-C0E4-1594013A93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3621" y="1590311"/>
            <a:ext cx="2601396" cy="7114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4E274B-8762-7EF4-ADF3-67C940C465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0432" y="2774845"/>
            <a:ext cx="4824857" cy="6647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43E1E9E-3FB7-4D26-063E-2D9441A41A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7547" y="3558700"/>
            <a:ext cx="3600229" cy="67139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7755033-BF11-EEF9-9E04-E16BD7FB47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5119" y="4270192"/>
            <a:ext cx="4824857" cy="245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0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2C0A6AB-8BD8-E5BD-2E1D-C956DACF10E9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18F9922-7AB7-9680-F720-7AADBB90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2" y="263387"/>
            <a:ext cx="13430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447379-BB84-C5BC-3F15-31E2C809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86"/>
            <a:ext cx="4045962" cy="384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424EE-2F64-DD24-C086-F46D1A1AD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68" y="914399"/>
            <a:ext cx="3591287" cy="1976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EAE405-3976-4701-C33A-27D1A2BA8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59" y="3021179"/>
            <a:ext cx="2543175" cy="1609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18C504-3613-9D51-882C-6D1CBDCDC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123" y="4748763"/>
            <a:ext cx="2238375" cy="1314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4B0F75-02E6-DD67-792B-34791C112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471" y="6181072"/>
            <a:ext cx="3181350" cy="495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5838C0-964A-44F1-F70B-5D4D28EE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041" y="127023"/>
            <a:ext cx="1343025" cy="266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D15CA5-EC67-F645-5D56-F7FC8D7F1D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223" y="91935"/>
            <a:ext cx="4145879" cy="4540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B97D4C-8954-E663-2E95-FF9F29254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135" y="530086"/>
            <a:ext cx="4043178" cy="17710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80F69B-17ED-818A-E90E-ED44597023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9828" y="2461587"/>
            <a:ext cx="1381125" cy="381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35A37C-553B-553C-0C08-3C0D540AF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17" y="2962472"/>
            <a:ext cx="1343025" cy="2667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31379B-273D-A783-1695-73D87169D0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3808" y="3340266"/>
            <a:ext cx="5464631" cy="4950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5E60910-18EF-9CB0-6865-913A2FF830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276" y="3815313"/>
            <a:ext cx="4288907" cy="19826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DB5A8C-7D29-5435-F467-4742AAFD8F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054" y="6146939"/>
            <a:ext cx="895350" cy="3619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73CD89-9D4A-20EF-FBCB-8D2CB7143F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00570" y="6146939"/>
            <a:ext cx="7143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2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8B117A-616A-7B94-6728-B9D9E5849E3A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70C028-BDD8-82D8-2AE7-CB1B74317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78" y="127023"/>
            <a:ext cx="13430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59C42-7C3E-BFD3-D3AC-5FEDC8085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973" y="110486"/>
            <a:ext cx="3453639" cy="419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A4FDC-6B77-AFD0-6840-E8774DBC4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93" y="530086"/>
            <a:ext cx="3453637" cy="2345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FAB0E1-4A7C-D371-B014-7AC1C9C2E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43" y="3067050"/>
            <a:ext cx="895350" cy="361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CA43-B3C3-FDEC-9470-77DA3F301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1415" y="3079081"/>
            <a:ext cx="780045" cy="368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0260A9-6D5A-5BE3-0F79-06AF521837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373" y="3524848"/>
            <a:ext cx="352425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618B31-CCB1-6BE6-1337-A84F9EEE07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665" y="4245545"/>
            <a:ext cx="3092418" cy="22735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873E4C-0904-094D-B33D-6951E21AE8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2923" y="127023"/>
            <a:ext cx="5107619" cy="18942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FCD02E-F865-1BDA-B504-580719C165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3588" y="2237373"/>
            <a:ext cx="3879919" cy="4336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2CD70B-B7E8-0E09-2F29-B0E63F9599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6765" y="2965266"/>
            <a:ext cx="2581275" cy="18192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F83938-D087-EC3F-1289-8ECA49E806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0969" y="2875953"/>
            <a:ext cx="2482242" cy="191543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BC6D16-AD79-FECF-77F3-CC69E64E8A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0956" y="4858213"/>
            <a:ext cx="1050401" cy="29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73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AA8A2-2BB0-3446-129B-E4508CF1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27" y="197016"/>
            <a:ext cx="3080835" cy="53690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541294-2906-2EBD-3F06-6DE6BFF2DC07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7F5E9C2-C058-D5AD-A955-2733935DE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790575"/>
            <a:ext cx="3368091" cy="2784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EF766-51C4-0BCC-F188-FC2A7D8AE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8" y="3715226"/>
            <a:ext cx="1800225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C17E29-CAE3-8CF3-4953-BA94736A6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64" y="4524232"/>
            <a:ext cx="1762125" cy="600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8FC17F-33B0-6A83-8E4E-2E417522A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59" y="5413001"/>
            <a:ext cx="1790700" cy="61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2E9B62-3154-E00E-8B12-D937333B9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359" y="255919"/>
            <a:ext cx="3049964" cy="5346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D3B8C9-2611-11B8-09F0-73A8DAE6E7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299" y="893590"/>
            <a:ext cx="2848162" cy="7066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370BD0-238D-8231-7617-B315E136A2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431" y="1679146"/>
            <a:ext cx="3038402" cy="7066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1CC9FC-E3DA-916C-D781-ED1354FA7F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0431" y="2604476"/>
            <a:ext cx="3056414" cy="701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2BE4B9-A620-9CE7-7CCB-70CB6EB0D6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6977" y="3687417"/>
            <a:ext cx="4486275" cy="371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06B0DE-E32C-F496-2930-AE3FE52D5D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3185009"/>
            <a:ext cx="1885950" cy="390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A95A12-B131-E31A-16E6-F70B2B616B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1776" y="4059430"/>
            <a:ext cx="2533472" cy="25426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751CEA-EDAC-329D-F230-8D8021BED8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8106" y="3987885"/>
            <a:ext cx="2030291" cy="268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24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137AD52-9BCA-52C8-A605-DBA090139DED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E22B8F-05EF-13A9-2C04-F643259BB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91" y="232304"/>
            <a:ext cx="4020755" cy="1494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1FC6CB-EE4C-9398-964C-4F72109A0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" y="2612672"/>
            <a:ext cx="3905250" cy="66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369534-B859-FD3C-7339-07819567C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86" y="3781630"/>
            <a:ext cx="2620707" cy="1688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6030B5-DFA8-C130-DE52-804632610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54" y="2076273"/>
            <a:ext cx="1794467" cy="3734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84370A-E400-16EE-11EE-2CA4E458A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776" y="713052"/>
            <a:ext cx="1343025" cy="266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C322F3-1499-C80B-96DD-D81AFED40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268332"/>
            <a:ext cx="5953125" cy="59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3C98C0-5A05-8106-EBA2-39FB1A6FC0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553" y="2037166"/>
            <a:ext cx="3014018" cy="2333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49C62D-6CB2-94AA-F52A-A4901288A1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6105" y="4818144"/>
            <a:ext cx="895350" cy="3619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2ECD2D-3BB7-2A00-0645-EA8DFFCEC7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702" y="4802031"/>
            <a:ext cx="800100" cy="361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67ABDE-FFAB-C912-4067-F61D9515CE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2939" y="5589668"/>
            <a:ext cx="2719245" cy="5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5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C7F5B3-AFFE-7364-1D82-B4F636C0A723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7DD53EA-26C1-88DF-34FC-C80056204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74" y="139562"/>
            <a:ext cx="3758228" cy="486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31C36B-4430-63B0-0F9C-6F2B79B7C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97" y="707050"/>
            <a:ext cx="4528579" cy="2156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9A1D6-E3E2-A504-3C4B-452D36FDC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855" y="2863516"/>
            <a:ext cx="3295647" cy="1896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154D8-203C-8CF3-C336-ACEB63EB6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190" y="4906739"/>
            <a:ext cx="2837894" cy="1605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35A40-A0DE-4803-8F06-B08D89C4D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30087"/>
            <a:ext cx="4710958" cy="4118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BF12AC-C1DB-1D5D-E8A5-409396064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025" y="249252"/>
            <a:ext cx="1343025" cy="266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4AD4E1-5A45-B025-A780-FC595CC851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1776" y="956109"/>
            <a:ext cx="3034570" cy="20556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CBB8D1-712D-5BF1-9D97-5AD1D589D5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853" y="1472846"/>
            <a:ext cx="990600" cy="3619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A2C38F-2094-AC75-C18D-772D81D918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4853" y="1110896"/>
            <a:ext cx="895350" cy="361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AA6637-E3FD-4E74-61E7-6F0D92E720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9061" y="3187610"/>
            <a:ext cx="1930387" cy="4377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7710BB-4363-D838-446C-F2D06EDCDE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9552" y="4238844"/>
            <a:ext cx="5320213" cy="193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6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13783F-CFBA-88C3-35B9-BDBD4581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61" y="294191"/>
            <a:ext cx="2430381" cy="18256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056995-D7C4-402F-B70A-BBDF2A2A47E8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BA6F527-2414-EDAE-BC1D-9E59E9535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57" y="2122723"/>
            <a:ext cx="1885950" cy="1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6AFACB-8B02-7752-D14E-F9A6D03D2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206" y="2160065"/>
            <a:ext cx="2105025" cy="2009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0287DC-8D23-8E48-A0A3-720227C3F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220" y="4321482"/>
            <a:ext cx="21336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F2AA1-58EE-1FC6-B717-E58416A07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681" y="5430334"/>
            <a:ext cx="4724400" cy="1133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812AAB-20A3-A318-EF74-5CEF82210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81" y="5441909"/>
            <a:ext cx="228600" cy="200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4ACAEC-DB6C-4B08-0FC7-1B881DA77D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220" y="163374"/>
            <a:ext cx="3143250" cy="733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7F5CCB-DE85-E1C5-7EDB-96152F813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0970" y="1046484"/>
            <a:ext cx="1285875" cy="13620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BFC2BE-1B9B-9D13-C03C-817C967110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1270" y="1556071"/>
            <a:ext cx="457200" cy="3429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AF91261-ADC1-B13E-E1D8-761F58C80EC7}"/>
              </a:ext>
            </a:extLst>
          </p:cNvPr>
          <p:cNvSpPr/>
          <p:nvPr/>
        </p:nvSpPr>
        <p:spPr>
          <a:xfrm>
            <a:off x="8738886" y="1643605"/>
            <a:ext cx="107959" cy="16204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AB6813-563A-39AA-FD25-58CA1D34BE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1143" y="2728825"/>
            <a:ext cx="4752975" cy="13239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619790-28D5-A0F2-13F1-99C68EB958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45" y="4321482"/>
            <a:ext cx="1343025" cy="266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A9A56DE-EDFF-689B-D737-0D80C7D550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8159" y="4262469"/>
            <a:ext cx="4352925" cy="3619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8471D18-A5F2-ED52-03D7-5BE47048A1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1143" y="4958720"/>
            <a:ext cx="1843678" cy="16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8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E99068B-7786-6942-8888-D881C0BB848F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DB2A800-C4AB-C58E-0184-D4438BDD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04" y="244336"/>
            <a:ext cx="5516493" cy="658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E41758-C429-9B73-4E38-72FA0E5C3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1" y="938462"/>
            <a:ext cx="4412112" cy="348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81F056-8535-8F5F-2C8A-1606C23A5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288" y="1008145"/>
            <a:ext cx="694512" cy="235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191EA9-0EB9-EB9F-4C37-6A69789C3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279" y="1491665"/>
            <a:ext cx="1646106" cy="4815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2A9C54-D73A-0183-C924-22DD62B82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31" y="1955129"/>
            <a:ext cx="5576357" cy="4024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DD50E-AD2B-B5D6-E7D4-40A253563B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8166" y="69308"/>
            <a:ext cx="4273522" cy="281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606933-79C4-8E86-B51C-C8F27B55BF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5987" y="54541"/>
            <a:ext cx="1647825" cy="266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3D066D-04B6-33E7-AF45-06BAF64F1B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892" y="431103"/>
            <a:ext cx="2181225" cy="198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5C36B5-C0AB-0825-938C-7530BF3569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5400" y="321241"/>
            <a:ext cx="2571750" cy="2466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FA1C5D-7535-44DD-8516-CC043BB050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546" y="2909263"/>
            <a:ext cx="4895850" cy="1676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39677AA-9C5C-F042-004C-25A6B4852A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546" y="4664772"/>
            <a:ext cx="48101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8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FAA756-FABF-6994-5211-D967BB9A85DA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5B6A2E2-05E6-A443-601E-1041F9ACF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22" y="259468"/>
            <a:ext cx="4800600" cy="1552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AF513-E6C7-D03A-D610-C16D0D721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53" y="3000735"/>
            <a:ext cx="3891198" cy="686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92E8B5-0085-8CAC-A90B-0ADE6F061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83" y="2289351"/>
            <a:ext cx="1562100" cy="390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A6B70E-7B89-4847-FF09-0E4528935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87" y="3868568"/>
            <a:ext cx="3397778" cy="208833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BAC4C4-08EA-3273-3C35-4A3A0837CC2E}"/>
              </a:ext>
            </a:extLst>
          </p:cNvPr>
          <p:cNvGrpSpPr/>
          <p:nvPr/>
        </p:nvGrpSpPr>
        <p:grpSpPr>
          <a:xfrm>
            <a:off x="6512950" y="204344"/>
            <a:ext cx="5026840" cy="6533134"/>
            <a:chOff x="6512950" y="249500"/>
            <a:chExt cx="5026840" cy="653313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FCC210-835F-2328-3593-7545D19FA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7599" y="249500"/>
              <a:ext cx="3812852" cy="32819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E9BADB-DC0E-4FE6-8653-D89A333E2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19377" y="685799"/>
              <a:ext cx="3921073" cy="294848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844098-6C62-C927-B7D9-AD7212C02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12950" y="3748706"/>
              <a:ext cx="5026840" cy="105189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0700E7-C470-80C8-28D9-AFCA59D6F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05299" y="4915024"/>
              <a:ext cx="2557637" cy="147708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0C9C933-B7C7-5C5B-0B50-5D134EEAC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79154" y="6392109"/>
              <a:ext cx="3209925" cy="3905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F427A03-264A-CF58-01F8-01748E06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924642" y="6434971"/>
              <a:ext cx="55245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2977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4EFFC3-BCC4-3C6D-9B77-EF091B8D7DDC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0A2C703-F347-AD56-B6DD-48E8819AE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14" y="344349"/>
            <a:ext cx="5042576" cy="425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9B2542-9DA9-12DF-7EFD-958DDE287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0" y="1099437"/>
            <a:ext cx="4475308" cy="425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3E145-2D05-E6FE-AA35-71B67856A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00" y="770021"/>
            <a:ext cx="1343025" cy="26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A569E-6859-0385-DB1F-EEB28AB57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7" y="1525109"/>
            <a:ext cx="2796120" cy="2000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381246-BF36-AAC4-EB6D-7612334EC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0" y="3549316"/>
            <a:ext cx="5650404" cy="20001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F124D-7151-84FD-61C4-10F986995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080" y="5758563"/>
            <a:ext cx="1464635" cy="397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64DD1B-F900-D394-F0FA-95B14232A6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087" y="210659"/>
            <a:ext cx="4695825" cy="1314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7A8310-605F-B502-DDD1-A177F7B857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7319" y="1498214"/>
            <a:ext cx="653536" cy="2259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8BDE86-F86A-EBFA-64C0-F901857C58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7128" y="1724158"/>
            <a:ext cx="4656511" cy="4294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1C1AE-3724-497F-3C5A-70FB0BC4D8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0854" y="2205288"/>
            <a:ext cx="4111035" cy="13199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D46958-748B-BD4C-492E-E6548F8A46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5483" y="3567614"/>
            <a:ext cx="2348526" cy="3306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BE8648-2DEA-C642-40D9-30AA9DC2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459" y="4182979"/>
            <a:ext cx="1343025" cy="266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B3080CD-447E-5D7A-BE7F-E5DEBD143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5483" y="4173454"/>
            <a:ext cx="3192174" cy="3306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6D6AFD5-0C2B-2601-164E-931FDE1200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7120" y="4670959"/>
            <a:ext cx="2813017" cy="130139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C3D73C7-D40B-6C02-432E-256E6874F6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0835" y="6207804"/>
            <a:ext cx="17811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6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D454B-32B4-ADC3-F80E-96F144A7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110986"/>
            <a:ext cx="1745080" cy="46255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3E95B7-71D8-CF25-C4A5-AFBB24FCACA4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3839399-ABDE-B043-FB8A-6AD3DB9A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830930"/>
            <a:ext cx="2400300" cy="3343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2237A9-C9EB-956C-D160-1A67AC4F8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865" y="1159783"/>
            <a:ext cx="3124200" cy="2876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04DFF8-C66A-49C7-A606-990969FF7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80" y="4085083"/>
            <a:ext cx="4126828" cy="26619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ACF27-DD6D-5022-2A42-BAFFC27FE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312" y="161865"/>
            <a:ext cx="5280300" cy="5246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B39764-BDCD-DAD0-D449-557D42686A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3146" y="734674"/>
            <a:ext cx="4385574" cy="23093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54A4B8-326A-70B8-4CB5-5E346459B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12" y="3082072"/>
            <a:ext cx="5505450" cy="1571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6EFD7E-7DB7-32A5-A7B8-F12A6660E6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1045" y="4715846"/>
            <a:ext cx="2009775" cy="485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04CAEEA-623C-0386-734A-D13B243A71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1776" y="5258537"/>
            <a:ext cx="1343025" cy="3619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9798DF3-C356-0067-1A56-58B77DDB33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8385" y="5246569"/>
            <a:ext cx="1077940" cy="3325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067256-31F5-AAF4-CB35-5879E59588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7450" y="5677639"/>
            <a:ext cx="59245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10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FBF2EF-6323-5884-FD3F-5EBD570A8180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DC2A1A3-DB3A-3872-9394-286B8339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" y="287254"/>
            <a:ext cx="5696552" cy="1505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491EC-1814-83F1-03D4-92E98E4A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" y="1921042"/>
            <a:ext cx="1343025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F423D-5780-2390-5D50-0AC026563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9" y="2243890"/>
            <a:ext cx="5857875" cy="561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E8801-DA62-087D-3069-9415E4062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594" y="2687055"/>
            <a:ext cx="3211927" cy="2433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2F84DD-296A-5DD6-9EAA-6893D6BB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9" y="5521012"/>
            <a:ext cx="5867400" cy="1257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56452B-E7B4-F9FD-4C5A-5930089BE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199" y="287254"/>
            <a:ext cx="5867400" cy="12477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2A9F5C-FE7C-95AB-74E1-093D2777D1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3199" y="1616242"/>
            <a:ext cx="1981200" cy="4381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6CD988-E281-1EE1-AE7F-ACAB00017D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225" y="1682917"/>
            <a:ext cx="2209800" cy="2381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27FE27-6E40-8E15-E622-927CF29CC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2498" y="2087106"/>
            <a:ext cx="5524500" cy="9239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3DA7C5-D431-21DF-1368-F8428FC1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498" y="3150644"/>
            <a:ext cx="1343025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D331A3-19CF-1F25-5A5B-BFFFAF4460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2312" y="3556957"/>
            <a:ext cx="5181600" cy="3238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7FAF81-B32B-6E15-5F21-4813863F24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6100" y="3921479"/>
            <a:ext cx="3209925" cy="1771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FAE8BB-4E49-5D96-0C8A-504F1DD452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0123" y="6077470"/>
            <a:ext cx="25908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31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0C6DB1-EB5E-3736-3B71-3A327690C2E7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72DC157-40E5-0588-0805-BABE178C4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59" y="92058"/>
            <a:ext cx="367665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52147-1367-F6CE-0823-BEB7DDB2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8" y="662772"/>
            <a:ext cx="742950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7EAD54-D62D-999A-16C9-C57016E30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22" y="710397"/>
            <a:ext cx="3048000" cy="22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F30CD6-25F0-8ADD-639D-0F808662F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28" y="1233486"/>
            <a:ext cx="2905835" cy="1266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498ACC-9D6A-3FC5-28AE-41B7046B3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934" y="2599358"/>
            <a:ext cx="2466975" cy="295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FA38D4-27B8-0CC9-7E95-02DC1509A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934" y="2993859"/>
            <a:ext cx="80010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A2624A-948F-EF43-9EFE-F535DA6272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659" y="3374020"/>
            <a:ext cx="4171950" cy="352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A2FAA2-83D3-BA45-4A35-D817F5A073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861" y="3903926"/>
            <a:ext cx="771525" cy="304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AFA971-AD84-6AEB-47B5-6F0FB79623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422" y="3946788"/>
            <a:ext cx="3276600" cy="219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63CB96-66AF-1B31-50A9-DCC5CA2F41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435" y="4162418"/>
            <a:ext cx="4772025" cy="838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1C0ED4F-992B-BED4-49BF-B584CB0449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7692" y="5067029"/>
            <a:ext cx="2927559" cy="17336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66F827E-3B77-7656-F03E-FF37A9F9BB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861" y="6102616"/>
            <a:ext cx="2816627" cy="4381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EC23BA-0CAF-F3CF-5608-663E6FA26C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9581" y="34183"/>
            <a:ext cx="2657475" cy="15906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AC55D8-89E3-4FD9-BA00-C9E690436D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7029" y="1591903"/>
            <a:ext cx="2990850" cy="2952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C8DBB73-D98B-47AB-D538-CEC01638BD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9930" y="1815891"/>
            <a:ext cx="4676775" cy="10477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0946C2B-3465-7559-F8E6-A5162CFFD13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0281" y="2774466"/>
            <a:ext cx="5251998" cy="91339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AAA501-BE3C-B3CB-286A-F8AA027AD29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21842" y="3622728"/>
            <a:ext cx="4724400" cy="6572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55EB3C5-5B3D-BA66-FDC0-FD3781EB353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62829" y="4330566"/>
            <a:ext cx="1343025" cy="266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AE4426B-D09A-C26C-FBE5-D2DF72E6B1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8457" y="4344190"/>
            <a:ext cx="3876675" cy="27622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A3CFD59-9348-6B37-0FD5-AD264392FE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12054" y="4678901"/>
            <a:ext cx="3592725" cy="213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71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22CF1F-0074-E71F-A327-FFD32210EED2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9D7F7D2-31C1-E2A1-675E-A201BE2F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5" y="171812"/>
            <a:ext cx="685800" cy="171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825960-928A-A3F6-B7BE-7780E0E2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5" y="133712"/>
            <a:ext cx="1971675" cy="247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EE3281-0CEC-FF5C-32F2-795271673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72" y="530087"/>
            <a:ext cx="4724400" cy="72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4F86AB-C12C-6F99-E0F7-D1B4E950F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00" y="1402712"/>
            <a:ext cx="4838700" cy="952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99CA9-4213-6063-ECCC-521151903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00" y="2355212"/>
            <a:ext cx="4752975" cy="552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F43D7B-5725-E927-D1D4-469AE8420F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262" y="3093089"/>
            <a:ext cx="4667250" cy="1409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A6DA93-26C7-BDA5-ACDF-2207E22332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372" y="4688216"/>
            <a:ext cx="1343025" cy="266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A94784E-2CE8-EF96-6C78-BAC8BDAE3A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0269" y="4678691"/>
            <a:ext cx="3848100" cy="2762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A58946-4386-A8E2-40FD-F524742BAD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0824" y="5130818"/>
            <a:ext cx="2524125" cy="1657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920AF-1B80-F225-9252-5D5057868C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230" y="144511"/>
            <a:ext cx="3429000" cy="621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B0CBB9-4B03-BDAA-12AF-BFC59D26E9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8338" y="985517"/>
            <a:ext cx="2124075" cy="428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386093-68A0-1332-AA5A-30A8A00DA3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950" y="1560827"/>
            <a:ext cx="2269019" cy="3365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3B0D9A-41E8-B5BA-22B1-44458231E9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5679" y="2044065"/>
            <a:ext cx="3028950" cy="371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CCC6E2-337E-1913-4F5F-27F0CC7150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2804" y="2554295"/>
            <a:ext cx="3171825" cy="533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465E80E-4FA2-4B8A-346C-D8BF197B80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6529" y="3422943"/>
            <a:ext cx="1638300" cy="2190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C865959-096C-F87F-B1FB-B34983D9DD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3344" y="3941103"/>
            <a:ext cx="3143250" cy="3905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BE208D-CD6F-0B9F-B3EC-88B374755B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0325" y="4388489"/>
            <a:ext cx="542925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8AD2B6A-783F-46B2-FD8D-13D637EDB08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33344" y="4816803"/>
            <a:ext cx="3000375" cy="266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8C5C87C-0792-ACCE-86A2-45BB7587C4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6310" y="5339083"/>
            <a:ext cx="4267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88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7554418-2966-E86D-A346-15BE726061AE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4A6DFFB-DA05-00B6-8027-7B8DDA26466F}"/>
              </a:ext>
            </a:extLst>
          </p:cNvPr>
          <p:cNvGrpSpPr/>
          <p:nvPr/>
        </p:nvGrpSpPr>
        <p:grpSpPr>
          <a:xfrm>
            <a:off x="6284590" y="380301"/>
            <a:ext cx="5574890" cy="6376625"/>
            <a:chOff x="6241776" y="334581"/>
            <a:chExt cx="5574890" cy="637662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B6EF405-E1A9-2D53-45EE-1EA0CEC83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9288" y="2907662"/>
              <a:ext cx="4743450" cy="147637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066B92F-6C60-4389-D88F-B1A05A4A7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7629" y="334581"/>
              <a:ext cx="2105025" cy="27622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E0557B9-4D4E-3F8C-7580-0EC186503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1776" y="802637"/>
              <a:ext cx="2638425" cy="12001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1F0F1C5-4193-E6B4-EB46-7D6EA9D9E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97291" y="585376"/>
              <a:ext cx="2619375" cy="13239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6A8807A-236C-861E-0D26-6D6763278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7629" y="2160146"/>
              <a:ext cx="2581275" cy="5334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833FFC8-0F3B-8326-8710-CF543E839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60747" y="4598153"/>
              <a:ext cx="2905125" cy="29527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3569D17-2B76-9A57-CC3A-FBB6DC710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82741" y="4816803"/>
              <a:ext cx="4591050" cy="146685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125721D-0B25-CA67-4FA8-BFAA6434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93472" y="6358781"/>
              <a:ext cx="2171700" cy="35242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6184DE9-013C-B9BC-C6EC-2A584B6AEB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20" y="530087"/>
            <a:ext cx="5229225" cy="923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A5541-2562-B6CC-418B-939BAD91E7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0282" y="1692468"/>
            <a:ext cx="2917209" cy="1473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1E04CD-928E-A93E-F28B-0B3757F911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9787" y="3429000"/>
            <a:ext cx="19145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2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7F98741-8FFA-C91D-1061-3F3FBC096306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74EFC34-5DF8-FBFA-04FB-99BEAC20F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24" y="338502"/>
            <a:ext cx="2324100" cy="1666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D508FF-1119-D425-1C1D-0E45E7DF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48" y="428327"/>
            <a:ext cx="2257425" cy="160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C8B11E-3A1E-0B83-413D-FB63C3282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36" y="0"/>
            <a:ext cx="2581275" cy="219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940946-44EB-9D41-C82C-658B819FB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19" y="2455883"/>
            <a:ext cx="2276475" cy="1390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2CC15B-054B-970B-5A10-264B548B0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5319" y="2308824"/>
            <a:ext cx="2257425" cy="1590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7B0010-FCF0-AAFC-DEC7-713C98973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381" y="3985010"/>
            <a:ext cx="2038350" cy="514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0FC139-3AC6-2B4E-243D-E2666AE531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06" y="4828337"/>
            <a:ext cx="2409825" cy="942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4699C8-800F-1E0C-C9C9-8CEB998814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5047" y="170427"/>
            <a:ext cx="1343025" cy="266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2FBF34-899F-3C74-37AD-52A5FB6965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8950" y="109537"/>
            <a:ext cx="4772025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28E247-EF33-A6B1-3889-56AD411775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0045" y="719137"/>
            <a:ext cx="2600325" cy="11334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0B6BE4-395E-C0A1-1D9F-6B5E5BE83E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8513" y="1751096"/>
            <a:ext cx="847725" cy="257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40CA74-5AF2-5075-9279-E284D70CCA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2995" y="4499360"/>
            <a:ext cx="885825" cy="3619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E6B840-380C-60EB-9320-68CAC0DEE1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9741" y="2197077"/>
            <a:ext cx="885825" cy="3619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132420E-4FB1-F067-9942-F5EE64D833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2121" y="2314067"/>
            <a:ext cx="323850" cy="2095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D30B4F-58B0-9CCD-FE23-B95EB88C10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0720" y="2197077"/>
            <a:ext cx="1876425" cy="13525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177FA4-3642-B281-0992-7E0E97D349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4690" y="3603645"/>
            <a:ext cx="2828925" cy="4857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96B7FCB-BF96-2AA7-0D81-1FDF15041D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6353" y="4213312"/>
            <a:ext cx="3676650" cy="12763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9550721-DD65-BF8C-29B2-EC6F66785D3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0964" y="5870154"/>
            <a:ext cx="1152525" cy="2952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B4C3D44-B84D-C993-5547-105BC82AAFD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96087" y="5917778"/>
            <a:ext cx="2428875" cy="20002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4612399-A0C0-B2D6-84D6-FFD9F62C05F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29682" y="6229417"/>
            <a:ext cx="32385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0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610A63-9E11-1557-5863-EA9C3DF500B2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3C4360C-E36A-D313-97CB-769CE244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35" y="88892"/>
            <a:ext cx="2781300" cy="295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260BF1-75D9-E2BF-1F96-F0768407F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160" y="399627"/>
            <a:ext cx="3038475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5CFD5-3A82-4201-4FD0-DCF266E82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53" y="723477"/>
            <a:ext cx="2076450" cy="1304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3C7299-CA08-248A-83B3-8AC7D23F8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9529" y="918518"/>
            <a:ext cx="2028825" cy="514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591887-05A0-AE04-9A34-5E1F7D5C5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86" y="1967219"/>
            <a:ext cx="3972726" cy="2526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B66B3F-D433-3CCD-2089-1FD872E4D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642" y="191949"/>
            <a:ext cx="1914525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58D35-52F6-B7F5-7490-2A4AF0190A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4039" y="572949"/>
            <a:ext cx="4772025" cy="1476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97F414-4991-EDB2-2098-BABA229BFB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5023" y="4038479"/>
            <a:ext cx="609600" cy="285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1BA356-4764-3592-3BAE-A7DF62DD54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6949" y="2078804"/>
            <a:ext cx="1905000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263B8D-CA95-C5A8-4FC0-7D5D8FA78B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0052" y="2226441"/>
            <a:ext cx="2047875" cy="1076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5EA1BD-3CB1-EBB4-DBD2-6B5F81B353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4917" y="3420717"/>
            <a:ext cx="2000250" cy="533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EBD2A0-76A2-CEE7-DD9D-C0067AA721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023" y="4755141"/>
            <a:ext cx="1905000" cy="3143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185625-017F-646F-654F-B6E61BF4F6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9901" y="4905869"/>
            <a:ext cx="2095500" cy="14763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676CF70-2572-7671-7EE1-F6ED58CC90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2097" y="4149743"/>
            <a:ext cx="2952750" cy="5048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07171AF-4F44-96F1-DC40-FC4E5E4C2F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2317" y="5253802"/>
            <a:ext cx="2752725" cy="295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D9255D-98B5-0CD3-B3DD-B4BECA3A98B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4884" y="4499292"/>
            <a:ext cx="4097375" cy="2316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7F4B9B-C08E-66EC-D1CF-E12A9B980AC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131" y="4576734"/>
            <a:ext cx="1047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82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929EC-505B-4652-121E-6F7918B6B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95" y="242284"/>
            <a:ext cx="4819650" cy="10953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60928-D37E-E993-05C0-14D0E79FEBE5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229FCB-8C05-1914-AEDE-C960775A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07" y="1500489"/>
            <a:ext cx="3095625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B84F3B-EB2E-885B-0F1B-386D313B4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57" y="2539619"/>
            <a:ext cx="1343025" cy="26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F8D5C3-3A15-76F7-6E83-E53260F4C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380" y="2520569"/>
            <a:ext cx="4048125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4A964B-CB99-F254-F880-2845996FB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1678" y="2987329"/>
            <a:ext cx="2686050" cy="1400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4E94FD-3A90-599A-9869-F257ADBEE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460" y="4421104"/>
            <a:ext cx="581025" cy="238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D323F0-4937-948C-60E9-470F799DE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9160" y="4659229"/>
            <a:ext cx="3352800" cy="4667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D513E9-25D0-F891-0ECA-7F1CE44718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4018" y="5113192"/>
            <a:ext cx="2140272" cy="16666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77F3E1-0703-70C0-E69B-77CF0EFF84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04171"/>
            <a:ext cx="771525" cy="2762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74E9F7-B777-D69B-F794-8F5A69297D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1409" y="242283"/>
            <a:ext cx="3362325" cy="18002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41E7617-AC54-0B28-5D49-4ABAAA3503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6714" y="2130586"/>
            <a:ext cx="2552700" cy="3619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AD3EA7-9ACD-A684-B77B-77880CEDE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6714" y="2583508"/>
            <a:ext cx="3162300" cy="5905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70E2A0-8818-D1A9-39A7-0BFFC9E145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8946" y="3549303"/>
            <a:ext cx="742950" cy="2762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CAE940B-56A6-33F9-B68E-E6F68E75E8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1847" y="3265030"/>
            <a:ext cx="3038475" cy="15621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691DDE-6698-90C0-558F-92BE49BE3D0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8491" y="4792352"/>
            <a:ext cx="4095750" cy="12573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A4FFB94-4B92-F8FA-B138-E05ADD036BA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4672" y="5946532"/>
            <a:ext cx="3295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3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4C78FDE-1251-96C2-AF7A-2646C6E7516A}"/>
              </a:ext>
            </a:extLst>
          </p:cNvPr>
          <p:cNvCxnSpPr>
            <a:cxnSpLocks/>
          </p:cNvCxnSpPr>
          <p:nvPr/>
        </p:nvCxnSpPr>
        <p:spPr>
          <a:xfrm>
            <a:off x="5950225" y="530087"/>
            <a:ext cx="0" cy="6314661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C130143-4800-27F5-3760-3E6075CBC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32" y="41908"/>
            <a:ext cx="2366079" cy="159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FA9C97-F484-152F-C55F-B070C473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808" y="3687417"/>
            <a:ext cx="2571750" cy="34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6A998F-1E37-17CD-4AF1-60FE28AD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077" y="4109396"/>
            <a:ext cx="2299480" cy="1811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A6A3AD-54CB-8ED3-E9BD-C5B29FC28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141" y="766823"/>
            <a:ext cx="3457575" cy="571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0CECD2-A997-3A73-A1CE-06C887CBB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5" y="5920823"/>
            <a:ext cx="4876800" cy="923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4101E-4B82-23D9-FCE7-A060CD01A2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893" y="1995186"/>
            <a:ext cx="2981325" cy="4667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D2424A-3229-95B7-3AEF-1B93392A6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4391" y="2944467"/>
            <a:ext cx="2981325" cy="74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7C344-38EA-07B7-ED83-EB06E87F0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1339" y="4074849"/>
            <a:ext cx="3033879" cy="2680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6C5A97-44EF-4D75-9863-9C30E71535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710" y="1789293"/>
            <a:ext cx="3943350" cy="581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C0DC3-B4D2-5D68-E1FE-879C3AD24B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8921" y="2402591"/>
            <a:ext cx="2571750" cy="11943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945D7F-B2DA-18DA-6D6E-1CCA41E7C5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242" y="1471270"/>
            <a:ext cx="1047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9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30095</TotalTime>
  <Words>3</Words>
  <Application>Microsoft Office PowerPoint</Application>
  <PresentationFormat>Widescreen</PresentationFormat>
  <Paragraphs>3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Harinath Aireddy</dc:creator>
  <cp:lastModifiedBy>p yogesh</cp:lastModifiedBy>
  <cp:revision>171</cp:revision>
  <dcterms:created xsi:type="dcterms:W3CDTF">2024-07-31T01:22:08Z</dcterms:created>
  <dcterms:modified xsi:type="dcterms:W3CDTF">2026-02-01T14:25:25Z</dcterms:modified>
</cp:coreProperties>
</file>