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6492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PRE MAX AI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LoRa Motor Starter Project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E0E0"/>
                </a:solidFill>
              </a:rPr>
              <a:t>OFFICE MODE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System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8595360" cy="5120640"/>
          </a:xfrm>
          <a:prstGeom prst="rect">
            <a:avLst>
              <a:gd name="adj" fmla="val 1786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1645920" cy="731520"/>
          </a:xfrm>
          <a:prstGeom prst="rect">
            <a:avLst>
              <a:gd name="adj" fmla="val 12500"/>
            </a:avLst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User / Operator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1371600"/>
            <a:ext cx="1645920" cy="731520"/>
          </a:xfrm>
          <a:prstGeom prst="rect">
            <a:avLst>
              <a:gd name="adj" fmla="val 12500"/>
            </a:avLst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LoRa Transmitter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1645920" cy="731520"/>
          </a:xfrm>
          <a:prstGeom prst="rect">
            <a:avLst>
              <a:gd name="adj" fmla="val 12500"/>
            </a:avLst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LoRa Receiver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1371600"/>
            <a:ext cx="1645920" cy="731520"/>
          </a:xfrm>
          <a:prstGeom prst="rect">
            <a:avLst>
              <a:gd name="adj" fmla="val 12500"/>
            </a:avLst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Microcontroller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1645920" cy="731520"/>
          </a:xfrm>
          <a:prstGeom prst="rect">
            <a:avLst>
              <a:gd name="adj" fmla="val 12500"/>
            </a:avLst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834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Relay Module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2834640"/>
            <a:ext cx="1645920" cy="731520"/>
          </a:xfrm>
          <a:prstGeom prst="rect">
            <a:avLst>
              <a:gd name="adj" fmla="val 12500"/>
            </a:avLst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0" y="2834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AC Motor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1645920" cy="731520"/>
          </a:xfrm>
          <a:prstGeom prst="rect">
            <a:avLst>
              <a:gd name="adj" fmla="val 12500"/>
            </a:avLst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2834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Power Supply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77440" y="1737360"/>
            <a:ext cx="365760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11430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37E"/>
                </a:solidFill>
              </a:rPr>
              <a:t>▼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286000" y="1600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47A1"/>
                </a:solidFill>
              </a:rPr>
              <a:t>Command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389120" y="1737360"/>
            <a:ext cx="365760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11430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37E"/>
                </a:solidFill>
              </a:rPr>
              <a:t>▼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297680" y="1600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47A1"/>
                </a:solidFill>
              </a:rPr>
              <a:t>LoRa Signal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00800" y="1737360"/>
            <a:ext cx="365760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11430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37E"/>
                </a:solidFill>
              </a:rPr>
              <a:t>▼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589520" y="2103120"/>
            <a:ext cx="-6035040" cy="73152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17320" y="2606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37E"/>
                </a:solidFill>
              </a:rPr>
              <a:t>▼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377440" y="3200400"/>
            <a:ext cx="365760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00" y="2606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37E"/>
                </a:solidFill>
              </a:rPr>
              <a:t>▼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577840" y="3566160"/>
            <a:ext cx="2011680" cy="-219456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52360" y="11430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37E"/>
                </a:solidFill>
              </a:rPr>
              <a:t>▼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00800" y="3200400"/>
            <a:ext cx="-5669280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17320" y="2606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37E"/>
                </a:solidFill>
              </a:rPr>
              <a:t>▼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00800" y="3200400"/>
            <a:ext cx="-3657600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29000" y="2606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37E"/>
                </a:solidFill>
              </a:rPr>
              <a:t>▼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12121"/>
                </a:solidFill>
              </a:rPr>
              <a:t>Illustrates the high-level system components.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Safety &amp; Control 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8595360" cy="5120640"/>
          </a:xfrm>
          <a:prstGeom prst="rect">
            <a:avLst>
              <a:gd name="adj" fmla="val 1786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1645920" cy="73152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Start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1371600"/>
            <a:ext cx="1645920" cy="731520"/>
          </a:xfrm>
          <a:prstGeom prst="diamond">
            <a:avLst/>
          </a:prstGeom>
          <a:solidFill>
            <a:srgbClr val="FF9800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Power Available?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1645920" cy="731520"/>
          </a:xfrm>
          <a:prstGeom prst="diamond">
            <a:avLst/>
          </a:prstGeom>
          <a:solidFill>
            <a:srgbClr val="FF9800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LoRa Signal OK?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1371600"/>
            <a:ext cx="1645920" cy="731520"/>
          </a:xfrm>
          <a:prstGeom prst="rect">
            <a:avLst>
              <a:gd name="adj" fmla="val 12500"/>
            </a:avLst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Activate Relay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1645920" cy="731520"/>
          </a:xfrm>
          <a:prstGeom prst="rect">
            <a:avLst>
              <a:gd name="adj" fmla="val 12500"/>
            </a:avLst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834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Motor 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2834640"/>
            <a:ext cx="1645920" cy="731520"/>
          </a:xfrm>
          <a:prstGeom prst="ellipse">
            <a:avLst/>
          </a:prstGeom>
          <a:solidFill>
            <a:srgbClr val="F44336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0" y="2834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77440" y="1737360"/>
            <a:ext cx="365760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1430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37E"/>
                </a:solidFill>
              </a:rPr>
              <a:t>▼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389120" y="1737360"/>
            <a:ext cx="365760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11430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37E"/>
                </a:solidFill>
              </a:rPr>
              <a:t>▼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97680" y="1600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47A1"/>
                </a:solidFill>
              </a:rPr>
              <a:t>Yes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00800" y="1737360"/>
            <a:ext cx="365760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11430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37E"/>
                </a:solidFill>
              </a:rPr>
              <a:t>▼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309360" y="1600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47A1"/>
                </a:solidFill>
              </a:rPr>
              <a:t>Yes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589520" y="2103120"/>
            <a:ext cx="-6035040" cy="73152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17320" y="2606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37E"/>
                </a:solidFill>
              </a:rPr>
              <a:t>▼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377440" y="3200400"/>
            <a:ext cx="365760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2606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37E"/>
                </a:solidFill>
              </a:rPr>
              <a:t>▼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566160" y="2103120"/>
            <a:ext cx="0" cy="73152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00" y="2606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37E"/>
                </a:solidFill>
              </a:rPr>
              <a:t>▼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91840" y="2331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47A1"/>
                </a:solidFill>
              </a:rPr>
              <a:t>No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577840" y="2103120"/>
            <a:ext cx="-2011680" cy="73152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29000" y="2606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37E"/>
                </a:solidFill>
              </a:rPr>
              <a:t>▼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297680" y="2331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47A1"/>
                </a:solidFill>
              </a:rPr>
              <a:t>No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12121"/>
                </a:solidFill>
              </a:rPr>
              <a:t>Illustrates the safety checks and control flow for motor operation.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Signal Flow (Sequence)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8595360" cy="5120640"/>
          </a:xfrm>
          <a:prstGeom prst="rect">
            <a:avLst>
              <a:gd name="adj" fmla="val 1786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1645920" cy="731520"/>
          </a:xfrm>
          <a:prstGeom prst="rect">
            <a:avLst>
              <a:gd name="adj" fmla="val 12500"/>
            </a:avLst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User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1371600"/>
            <a:ext cx="1645920" cy="731520"/>
          </a:xfrm>
          <a:prstGeom prst="rect">
            <a:avLst>
              <a:gd name="adj" fmla="val 12500"/>
            </a:avLst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LoRa Transmitter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1645920" cy="731520"/>
          </a:xfrm>
          <a:prstGeom prst="rect">
            <a:avLst>
              <a:gd name="adj" fmla="val 12500"/>
            </a:avLst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LoRa Receiver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1371600"/>
            <a:ext cx="1645920" cy="731520"/>
          </a:xfrm>
          <a:prstGeom prst="rect">
            <a:avLst>
              <a:gd name="adj" fmla="val 12500"/>
            </a:avLst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MCU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1645920" cy="731520"/>
          </a:xfrm>
          <a:prstGeom prst="rect">
            <a:avLst>
              <a:gd name="adj" fmla="val 12500"/>
            </a:avLst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834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Relay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2834640"/>
            <a:ext cx="1645920" cy="731520"/>
          </a:xfrm>
          <a:prstGeom prst="rect">
            <a:avLst>
              <a:gd name="adj" fmla="val 12500"/>
            </a:avLst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0" y="2834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Motor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77440" y="1737360"/>
            <a:ext cx="365760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1430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37E"/>
                </a:solidFill>
              </a:rPr>
              <a:t>▼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286000" y="1600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47A1"/>
                </a:solidFill>
              </a:rPr>
              <a:t>Start / Stop Command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389120" y="1737360"/>
            <a:ext cx="365760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11430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37E"/>
                </a:solidFill>
              </a:rPr>
              <a:t>▼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97680" y="1600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47A1"/>
                </a:solidFill>
              </a:rPr>
              <a:t>LoRa Data Packet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00800" y="1737360"/>
            <a:ext cx="365760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11430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37E"/>
                </a:solidFill>
              </a:rPr>
              <a:t>▼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09360" y="1600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47A1"/>
                </a:solidFill>
              </a:rPr>
              <a:t>Valid Signal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589520" y="2103120"/>
            <a:ext cx="-6035040" cy="73152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17320" y="2606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37E"/>
                </a:solidFill>
              </a:rPr>
              <a:t>▼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297680" y="2331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47A1"/>
                </a:solidFill>
              </a:rPr>
              <a:t>Trigger ON/OFF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377440" y="3200400"/>
            <a:ext cx="365760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00" y="2606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37E"/>
                </a:solidFill>
              </a:rPr>
              <a:t>▼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286000" y="3063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D47A1"/>
                </a:solidFill>
              </a:rPr>
              <a:t>Power Control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12121"/>
                </a:solidFill>
              </a:rPr>
              <a:t>Describes the sequence of signals between different components.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Hardware Block Diagram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8595360" cy="5120640"/>
          </a:xfrm>
          <a:prstGeom prst="rect">
            <a:avLst>
              <a:gd name="adj" fmla="val 1786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1645920" cy="731520"/>
          </a:xfrm>
          <a:prstGeom prst="rect">
            <a:avLst>
              <a:gd name="adj" fmla="val 12500"/>
            </a:avLst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Power Supply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1371600"/>
            <a:ext cx="1645920" cy="731520"/>
          </a:xfrm>
          <a:prstGeom prst="rect">
            <a:avLst>
              <a:gd name="adj" fmla="val 12500"/>
            </a:avLst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Arduino + LoRa TX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1645920" cy="731520"/>
          </a:xfrm>
          <a:prstGeom prst="rect">
            <a:avLst>
              <a:gd name="adj" fmla="val 12500"/>
            </a:avLst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Arduino + LoRa RX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1371600"/>
            <a:ext cx="1645920" cy="731520"/>
          </a:xfrm>
          <a:prstGeom prst="rect">
            <a:avLst>
              <a:gd name="adj" fmla="val 12500"/>
            </a:avLst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Relay Module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1645920" cy="731520"/>
          </a:xfrm>
          <a:prstGeom prst="rect">
            <a:avLst>
              <a:gd name="adj" fmla="val 12500"/>
            </a:avLst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834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Motor Load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77440" y="1737360"/>
            <a:ext cx="365760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1430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37E"/>
                </a:solidFill>
              </a:rPr>
              <a:t>▼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77440" y="1737360"/>
            <a:ext cx="2377440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11430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37E"/>
                </a:solidFill>
              </a:rPr>
              <a:t>▼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0" y="1737360"/>
            <a:ext cx="365760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52360" y="11430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37E"/>
                </a:solidFill>
              </a:rPr>
              <a:t>▼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589520" y="2103120"/>
            <a:ext cx="-6035040" cy="73152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17320" y="2606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37E"/>
                </a:solidFill>
              </a:rPr>
              <a:t>▼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12121"/>
                </a:solidFill>
              </a:rPr>
              <a:t>Hardware blocks including power supply, wireless module and motor load.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Operating State Diagram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8595360" cy="5120640"/>
          </a:xfrm>
          <a:prstGeom prst="rect">
            <a:avLst>
              <a:gd name="adj" fmla="val 1786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1645920" cy="731520"/>
          </a:xfrm>
          <a:prstGeom prst="rect">
            <a:avLst>
              <a:gd name="adj" fmla="val 12500"/>
            </a:avLst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Idle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1371600"/>
            <a:ext cx="1645920" cy="731520"/>
          </a:xfrm>
          <a:prstGeom prst="rect">
            <a:avLst>
              <a:gd name="adj" fmla="val 12500"/>
            </a:avLst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Waiting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1645920" cy="731520"/>
          </a:xfrm>
          <a:prstGeom prst="rect">
            <a:avLst>
              <a:gd name="adj" fmla="val 12500"/>
            </a:avLst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Running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1371600"/>
            <a:ext cx="1645920" cy="731520"/>
          </a:xfrm>
          <a:prstGeom prst="rect">
            <a:avLst>
              <a:gd name="adj" fmla="val 12500"/>
            </a:avLst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Safe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1645920" cy="731520"/>
          </a:xfrm>
          <a:prstGeom prst="rect">
            <a:avLst>
              <a:gd name="adj" fmla="val 12500"/>
            </a:avLst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834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Unsafe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77440" y="1737360"/>
            <a:ext cx="365760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1430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37E"/>
                </a:solidFill>
              </a:rPr>
              <a:t>▼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389120" y="1737360"/>
            <a:ext cx="365760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11430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37E"/>
                </a:solidFill>
              </a:rPr>
              <a:t>▼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0" y="1737360"/>
            <a:ext cx="365760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52360" y="11430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37E"/>
                </a:solidFill>
              </a:rPr>
              <a:t>▼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577840" y="2103120"/>
            <a:ext cx="-4023360" cy="73152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17320" y="2606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37E"/>
                </a:solidFill>
              </a:rPr>
              <a:t>▼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12121"/>
                </a:solidFill>
              </a:rPr>
              <a:t>Illustrates different operating states of the motor and transitions between them.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LoRa Motor Starter Project</dc:title>
  <dc:subject>Generated by Pre Max (office)</dc:subject>
  <dc:creator>PptxGenJS</dc:creator>
  <cp:lastModifiedBy>PptxGenJS</cp:lastModifiedBy>
  <cp:revision>1</cp:revision>
  <dcterms:created xsi:type="dcterms:W3CDTF">2026-02-12T05:58:45Z</dcterms:created>
  <dcterms:modified xsi:type="dcterms:W3CDTF">2026-02-12T05:58:45Z</dcterms:modified>
</cp:coreProperties>
</file>