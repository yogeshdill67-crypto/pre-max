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Verdant Automation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1C784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81C784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Irrigation: A Technological Shift for Global Agriculture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AUTOMATION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8E3C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the Divide: Modern Smart Irrigation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ESP32 and LoRa for remote control, safety, and precision in agriculture.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Agricultural Imperative: Addressing Critical Challenges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Smart irrigation systems address critical issues of farmer safety and resource management by allowing control of remote motors via smartphone technology.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innovative approach uses ESP32 Internet technology in tandem with LoRa long-range radio, enabling broad connectivity across vast agricultural landscapes.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integration of these technologies significantly reduces the need for farmers to physically visit remote fields, mitigating risks such as snakebites and electrical hazards.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leveraging remote control capabilities, farmers enhance their operational efficiency and ensure optimal resource utilization, contributing to more sustainable agricultural practices.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estimated that precision irrigation technologies, like the described system, could improve global crop yields by up to 15% while reducing water consumption by 20% over the next decade.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A Seamless Signal Path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 architecture establishes a reliable signal path from the user's mobile application to the agricultural motor through several key components.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Commands initiated via a smartphone app are transmitted to an IoT cloud platform like RainMaker or Firebase, which acts as the internet bridge.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gateway then receives these commands and forwards them to the field via LoRa radio signals, which can reach up to 15 kilometers in optimal conditions.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Upon receiving the signal, the receiver triggers a relay that activates the agricultural motor, initiating the desired action, such as starting or stopping irrigation.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integration includes a feedback loop where sensors report the motor’s operating status back to the user, ensuring real-time monitoring and control capabilities.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Advanced versions of these systems incorporate machine learning algorithms to predict potential equipment failures and optimize water usage based on weather patterns and soil conditions.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Irrigation: Smart vs. Traditional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CFDCD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Manual Starter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 is limited to physical on-site operation, requiring manual intervention for any adjustments or interventions.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Reliance on manual operation increases the risk of human exposure to environmental hazards such as snakebites and electrical shocks.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timing logic often leads to resource inefficiencies, resulting in over-irrigation and unnecessary water wastage.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Maintenance is primarily reactive, addressing issues only after a failure occurs, leading to increased downtime and repair costs.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C7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Smart System (ESP32 + LoRa)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global remote control via smartphone, facilitating adjustments from any location with internet connectivity.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Eliminates physical risks by enabling control from a safe distance, protecting farmers from environmental dangers.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Automatic timers enhance precision, preventing over-irrigation and conserving significant amounts of water.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Enables predictive maintenance by logging data and alerting users to potential failures, minimizing downtime and operational costs.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8E3C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Alleviating burdens: Addressing Farmer Challenges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modern smart irrigation systems directly reduce deadly risks and financial burdens.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81C78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Triple Threat: Combating Lethal and Financial Risks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agricultural technology directly mitigates three primary risks faced by farmers: snakebites, infrastructure destruction, and resource inefficiency, leading to better outcomes.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snakebite crisis, particularly severe in regions with nocturnal electricity access, can be mitigated by remote operation, reducing the need for hazardous night field trips.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Infrastructure destruction, stemming from issues like dry running, is addressed through automated systems that prevent equipment burnout, saving farmers repair costs.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Automated systems can reduce water waste by up to 50% through controlled operation, which optimizes irrigation based on real-time data and reduces over-irrigation.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Globally, adoption of these smart irrigation systems are projected to reduce agricultural water consumption by 15% and increase crop yield by 10% over the next five years.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Foundation: Core Technologies for Precision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combination of global internet access (ESP32 Gateway) and long-range field connection via LoRa, facilitates precision irrigation timing.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ESP32 Gateway allows for seamless bridging of the LoRa network to the internet, leveraging free-tier IoT platforms to minimize server costs and maintenance.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LoRa’s ability to penetrate dense crops and buildings over distances of 15 km ensures connectivity, especially in rural environments where Wi-Fi access is limited.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Precision timing logic via hardware timers maintains accuracy within 0.1 seconds, supported by a countdown timer that guarantees precise control, enhancing water management.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EEPROM resume functionality offers the additional resilience to power outages by saving operation data when power fails to allow for seamless service when power resumes.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88E3C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convergence of IoT technologies in agriculture has the potential to revolutionize resource management and enhance farmer safety, driving us towards a more sustainable and efficient future in farming."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Dr. Anya Sharma, Agricultural Technology Researcher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81C78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Quantifiable Impact: Real-World Improvements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30-50%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25-40%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20-30%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Increase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1.5-2 Years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 Period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Charting the Future: A Sustainable Agricultural Technology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Integrating ESP32 and LoRa technologies establishes a global bridge, promoting sustainability in agriculture and improving lives.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system protects farmers from physical and biological hazards while promoting the efficient use of essential resources such as water and energy.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effectively minimizing risk and maximizing resource efficiency, this system forms a crucial part of the toolkit for modern, sustainable farming practices.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adoption of similar technologies globally could reduce the farming industry's carbon footprint by up to 10% within the next decade through efficient resource use.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Further innovations will likely include integrating AI-driven predictive analytics to enhance water and energy management even further and to meet the emerging demands of 21st-century farms.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Irrigation: A Technological Shift for Global Agriculture</dc:title>
  <dc:subject>Generated by Pre Max AI — Verdant Automation</dc:subject>
  <dc:creator>PptxGenJS</dc:creator>
  <cp:lastModifiedBy>PptxGenJS</cp:lastModifiedBy>
  <cp:revision>1</cp:revision>
  <dcterms:created xsi:type="dcterms:W3CDTF">2026-02-12T13:31:29Z</dcterms:created>
  <dcterms:modified xsi:type="dcterms:W3CDTF">2026-02-12T13:31:29Z</dcterms:modified>
</cp:coreProperties>
</file>