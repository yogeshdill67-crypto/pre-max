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F51B5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Academic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986C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7986C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Growth and Development Plan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986CB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7986C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Embarking on Self-Discovery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a roadmap for continuous personal and professional evolution.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Dissecting Personal Attributes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Understanding strengths and weaknesses is crucial for identifying areas of improvement and maximizing potential.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Recognizing internal factors like skills and mindset alongside external challenges fosters a comprehensive self-awareness.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Addressing weaknesses head-on transforms them into opportunities for growth, leading to a more resilient and capable individual.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Exploiting opportunities involves strategic planning, resource utilization, and proactive engagement with available systems and tools.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Mitigating challenges requires realistic assessment, contingency planning, and embracing a problem-solving mindset for overcoming obstacles.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Quantifying Goal Progression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45920"/>
            <a:ext cx="187452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235708"/>
            <a:ext cx="1874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4005072"/>
            <a:ext cx="169164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Achievement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645920"/>
            <a:ext cx="187452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235708"/>
            <a:ext cx="1874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4005072"/>
            <a:ext cx="169164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Target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645920"/>
            <a:ext cx="187452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235708"/>
            <a:ext cx="1874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00600" y="4005072"/>
            <a:ext cx="169164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Study Hours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F51B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645920"/>
            <a:ext cx="1874520" cy="64008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235708"/>
            <a:ext cx="1874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9440" y="4005072"/>
            <a:ext cx="169164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Projects Completed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7986C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University Resources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F51B5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to Self-Improvement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8F0FE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B5BDCB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foundational coursework and participate in relevant extracurricular activities.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8F0FE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B5BDC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 internship in a related field and begin networking with industry professionals.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8F0FE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B5BDCB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advanced coursework and develop a capstone project showcasing specialized knowledge.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E8F0FE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B5BDC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F51B5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full-time positions and prepare for industry certifications or advanced degrees.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F51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7986CB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7986C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&amp; Growth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skill enhancement routes for maximum self-improvement.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Development Avenues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FD7E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Courses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Provides structured learning and theoretical knowledge.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Enhances critical thinking through research assignments.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opportunities for collaboration with peers.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986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Projects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Fosters creativity and problem-solving skills.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Allows for self-directed learning and experimentation.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Builds a portfolio showcasing practical abilities.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 and Adaptive Growth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Reflecting on personal growth involves continuous self-assessment and iterative revisions to align with evolving goals.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Regularly evaluate progress with SMART goals, ensuring specific, measurable, achievable, relevant, and time-bound objectives.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Documenting experiences and lessons learned can provide valuable insights for future decision-making and strategic adjustments.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Embracing feedback from peers, mentors, and instructors offers diverse perspectives that can highlight blind spots and areas for improvement.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Adjusting strategies based on reflective insights enhances adaptability and resilience, fostering ongoing personal and professional development.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Implementing changes involves prioritizing tasks, managing time effectively, and reinforcing positive habits to support sustained progress.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7986C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F51B5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 Career Path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F51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7986C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F51B5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F51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Deciphering Intrinsic Development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Exploring the facets of personal growth reveals multifaceted inner components that support continuous evolution over time.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Enhanced self-awareness helps in understanding the values, beliefs, and biases that drive one's actions and decisions.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Adaptive mindset allows individuals to embrace change, overcome challenges, and maintain resilience in the face of adversity.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Cultivating empathy facilitates stronger interpersonal connections, enabling collaboration and fostering a supportive environment.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Effective communication skills are essential for expressing ideas, conveying information, and influencing others positively in any setting.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F51B5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Growth and Development Plan</dc:title>
  <dc:subject>Generated by Pre Max AI — Academic Blue</dc:subject>
  <dc:creator>PptxGenJS</dc:creator>
  <cp:lastModifiedBy>PptxGenJS</cp:lastModifiedBy>
  <cp:revision>1</cp:revision>
  <dcterms:created xsi:type="dcterms:W3CDTF">2026-02-15T11:22:19Z</dcterms:created>
  <dcterms:modified xsi:type="dcterms:W3CDTF">2026-02-15T11:22:19Z</dcterms:modified>
</cp:coreProperties>
</file>