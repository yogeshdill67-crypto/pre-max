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D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MAX AI — Industrial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Motor Starter Project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0A5FA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Motor Starter Project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 Representation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System Architecture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Safety &amp; Control 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Signal 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Hardware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D2D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7589520" y="2286000"/>
            <a:ext cx="-6035040" cy="6400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377440" y="324612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6400800" y="3246120"/>
            <a:ext cx="-56692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77840" y="3566160"/>
            <a:ext cx="2011680" cy="-19202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73152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Operator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Transmitter Unit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Receiver Unit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Module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Supply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Illustrates the connections between LoRa components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0A5FA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Control Flow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 in the control process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Control Diagram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D2D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7589520" y="2286000"/>
            <a:ext cx="-6035040" cy="6400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377440" y="324612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731520" y="1645920"/>
            <a:ext cx="164592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Available?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Signal OK?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Relay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2926080"/>
            <a:ext cx="164592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safety overview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60A5F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C5C7C9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Stop Command by User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C5C7C9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Data Packet transmitted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C5C7C9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Signal received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C5C7C9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ON/OFF at MCU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C5C7C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Control by Relay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60A5FA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60A5F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Configuration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diagram of hardware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Elements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Power Supply (AC/DC Converting)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Arduino + LoRa TX (Transmitter)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Arduino + LoRa RX (Receiver)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Relay Module (Switching)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Motor Load (Controlled device)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0A5F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State Diagram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D2D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7589520" y="2286000"/>
            <a:ext cx="-6035040" cy="6400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377440" y="324612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7614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577840" y="3566160"/>
            <a:ext cx="0" cy="-19202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4813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B82F6"/>
                </a:solidFill>
              </a:rPr>
              <a:t>▶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731520" y="1645920"/>
            <a:ext cx="164592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64592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2926080"/>
            <a:ext cx="164592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Command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926080"/>
            <a:ext cx="1645920" cy="640080"/>
          </a:xfrm>
          <a:prstGeom prst="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25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of System at various states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B82F6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advanced LoRa Motor Starter system presents many opportunities to innovate in Remote Control using wireless module. Safety &amp; Reliability is the number one priority."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Application Builder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Motor Starter Project</dc:title>
  <dc:subject>Generated by Pre Max AI — Industrial Blue</dc:subject>
  <dc:creator>PptxGenJS</dc:creator>
  <cp:lastModifiedBy>PptxGenJS</cp:lastModifiedBy>
  <cp:revision>1</cp:revision>
  <dcterms:created xsi:type="dcterms:W3CDTF">2026-02-12T12:29:05Z</dcterms:created>
  <dcterms:modified xsi:type="dcterms:W3CDTF">2026-02-12T12:29:05Z</dcterms:modified>
</cp:coreProperties>
</file>