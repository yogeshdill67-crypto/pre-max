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FFA5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Electrical Engineering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Electrifying World of Motors and Transformers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ENGINEERING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5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Unlocking Electrical Power: Motors &amp; Transformers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the essential components that drive our modern world.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Electric Current to Motion: How Electric Motors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A5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voltage to the motor windings generates a magnetic field around the coil.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magnetic field interacts with a permanent magnet or another electromagnet within the motor.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interaction creates a rotational force, known as torque, causing the motor's rotor to spin.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rotor turns, a commutator or electronic controller reverses the current direction cyclically.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F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 switching of current maintains the magnetic field alignment, ensuring seamless and consistent rotation.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5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World of Motors: A Comparative Analysis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strengths and weaknesses of different motor types is crucial for selecting the right motor for a specific application.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Types: DC vs. AC, Stepper vs. Servo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2E86C1">
              <a:alpha val="65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 Motors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DC motors offer straightforward speed and torque control, making them suitable for variable-speed applications like power tools and toys.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motors typically use brushes to commutate the current, which can lead to wear and require periodic maintenance.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DC motors can be easily powered by batteries, enabling their use in portable devices and remote-controlled systems.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Efficiency generally peaks between 60% to 80%, varying by the specific design and operational load.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2E86C1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 Motors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 motors boast higher efficiency and reliability due to their brush-less design, reducing maintenance demands and costs.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Synchronous AC motors provide precise speed control, crucial for applications like timekeeping and high-precision machinery.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Induction AC motors automatically adjust speed based on load, simplifying control in many industrial applications.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Achieving efficiencies up to 95%, three-phase AC motors are commonly employed in heavy industrial environments.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5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Transformers: The Unsung Heroes of Power Delivery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how transformers efficiently transfer electrical energy, making long-distance power transmission and device compatibility possible.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FA5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Electromagnetic Induction: The Heart of Transformer 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FFA500">
              <a:alpha val="20000"/>
            </a:srgbClr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E86C1">
              <a:alpha val="80000"/>
            </a:srgbClr>
          </a:solidFill>
          <a:ln w="19050">
            <a:solidFill>
              <a:srgbClr val="FFA5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98-99%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Transformer Efficiency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E86C1">
              <a:alpha val="80000"/>
            </a:srgbClr>
          </a:solidFill>
          <a:ln w="19050">
            <a:solidFill>
              <a:srgbClr val="FFA5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Power Transmitted via Transformers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E86C1">
              <a:alpha val="80000"/>
            </a:srgbClr>
          </a:solidFill>
          <a:ln w="19050">
            <a:solidFill>
              <a:srgbClr val="FFA5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Average Transformer Lifespan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E86C1">
              <a:alpha val="80000"/>
            </a:srgbClr>
          </a:solidFill>
          <a:ln w="19050">
            <a:solidFill>
              <a:srgbClr val="FFA5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Transmission Losses with HVDC Transformers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5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Motors in Action: Powering Our Everyday Lives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diverse applications of electric motors, from improving home comfort to enabling advanced transportation systems.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FFA5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Ubiquitous Motor Applications: From Fans to Vehicles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E86C1">
              <a:alpha val="70000"/>
            </a:srgbClr>
          </a:solidFill>
          <a:ln w="6350">
            <a:solidFill>
              <a:srgbClr val="61B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Electric fans use motors to circulate air, providing cooling and ventilation in homes, offices, and industrial spaces, improving comfort and air quality.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Water pumps driven by motors ensure efficient water distribution for irrigation, municipal water supply, and industrial cooling systems.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Electric vehicles employ powerful motors to deliver instant torque and acceleration, revolutionizing transportation with cleaner and more efficient alternatives.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Modern HVAC (Heating, Ventilation, and Air Conditioning) systems depend on electric motors to control airflow, temperature, and humidity, ensuring energy-efficient climate control.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Industrial automation relies heavily on electric motors to drive conveyor belts, robotic arms, and manufacturing equipment, enhancing productivity and precision.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FA500">
              <a:alpha val="20000"/>
            </a:srgbClr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5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Transformers Transforming Our World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where and how transformers ensure the safe, efficient delivery of electrical power, keeping our devices running and our cities lit.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A50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FFA50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 Applications: Powering Transmission Grids and Gadgets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E86C1">
              <a:alpha val="70000"/>
            </a:srgbClr>
          </a:solidFill>
          <a:ln w="6350">
            <a:solidFill>
              <a:srgbClr val="61B9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Transformers are pivotal in power transmission across distribution grids, stepping up voltage for efficient long-distance transfer before stepping it down for local use.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chargers use compact transformers to convert high-voltage AC power from wall outlets into low-voltage DC power suitable for charging smartphones and laptops.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High-voltage direct current (HVDC) systems utilize specialized transformers to facilitate the efficient transmission of electricity over extremely long distances, minimizing losses.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Household appliances such as microwave ovens and televisions incorporate transformers to adjust voltage levels to meet the specific requirements of their internal components.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Industrial machinery often relies on transformers to provide stable and regulated power, ensuring reliable operation of sensitive equipment like CNC machines and robotic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FA500">
              <a:alpha val="20000"/>
            </a:srgbClr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Electrifying World of Motors and Transformers</dc:title>
  <dc:subject>Generated by Pre Max AI — Electrical Engineering</dc:subject>
  <dc:creator>PptxGenJS</dc:creator>
  <cp:lastModifiedBy>PptxGenJS</cp:lastModifiedBy>
  <cp:revision>1</cp:revision>
  <dcterms:created xsi:type="dcterms:W3CDTF">2026-02-12T14:38:03Z</dcterms:created>
  <dcterms:modified xsi:type="dcterms:W3CDTF">2026-02-12T14:38:03Z</dcterms:modified>
</cp:coreProperties>
</file>