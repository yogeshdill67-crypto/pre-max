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Generated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Mode: education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</a:rPr>
              <a:t>Generated by Pre Max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1: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2: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3: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4: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5: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6: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7: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8: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9: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10: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2026-02-11T17:10:58Z</dcterms:created>
  <dcterms:modified xsi:type="dcterms:W3CDTF">2026-02-11T17:10:58Z</dcterms:modified>
</cp:coreProperties>
</file>