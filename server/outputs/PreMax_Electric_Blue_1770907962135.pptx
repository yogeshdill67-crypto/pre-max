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D62828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Electric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77F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77F0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Unleashing Electric Potential: A Deep Dive into Motor Dynamics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Heart of Motion: Understanding Electric Motors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fundamental principles that power our modern world through electric motor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Harnessing Electromagnetism: Induction and the Lorentz Force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460A7">
              <a:alpha val="70000"/>
            </a:srgbClr>
          </a:solidFill>
          <a:ln w="6350">
            <a:solidFill>
              <a:srgbClr val="579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electromagnetic induction principle is critical, as it facilitates the conversion of electrical energy into mechanical energy within the motor.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electric current, when passing through a conductor within a magnetic field, experiences a Lorentz force, which is the basis for motor operation.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magnitude of the Lorentz force is directly proportional to the current's strength, the length of the conductor, and the magnetic field's intensity.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Practical applications are seen in industries by precise control systems because by manipulating current and magnetic fields, we achieve tailored motor output.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Without electromagnetic induction and the Lorentz force, modern electric motors providing millions of device across various industries would not exist.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Force to Rotation: Deciphering Torque Generation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460A7">
              <a:alpha val="70000"/>
            </a:srgbClr>
          </a:solidFill>
          <a:ln w="6350">
            <a:solidFill>
              <a:srgbClr val="579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force generated on the conductor creates torque, which serves as the rotational force propelling the motor's shaft, thus generating mechanical power.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typical motor design often incorporates multiple conductors strategically positioned to maximize the combined torque output for enhanced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Torque is influenced by the force magnitude and the distance from the rotation axis, with a greater distance leading to higher torque output at same force.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High-torque motors typically employ larger conductors and stronger magnetic fields to generate significant rotational force for demanding applications.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torque control techniques involving sophisticated algorithms allow precise adjustment of motor speed and power, optimizing performance in various scenarios.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77F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an Electric Motor: Components and Functionality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460A7">
              <a:alpha val="70000"/>
            </a:srgbClr>
          </a:solidFill>
          <a:ln w="6350">
            <a:solidFill>
              <a:srgbClr val="579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electric motor generally consists of a stator, the motor’s stationary component, alongside a rotor represented by the rotating portion.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stator typically houses field windings, which are responsible for creating the magnetic field essential for driving the motor's rotation.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rotor interacts with the stator's magnetic field, leading to the generation of torque causing rotation, as electrical energy converts to mechanical energy.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Commutation devices, such as brushes or electronic switches, regulate current flow, ensuring continuous rotation by maintaining correct current and field relation.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motor designs incorporate sensors and control systems, offering enhanced accuracy, enabling real-time adjustments for optimized performance and stability.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 and Applications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motor performance for various industries, from robotics to renewable energy systems.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77F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 Motor Efficiency: A Statistical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460A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Motor Efficiency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460A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Motor Market Value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460A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 with Upgrades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460A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Years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Motor Lifespan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D62828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 motors are not just components; they're the enablers of a sustainable and efficient future, driving innovation across various sectors.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Elon Musk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 vs DC Motors: A Head-to-Head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66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460A7">
              <a:alpha val="65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 Motors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 motors are favored for high-power applications due to their efficient power transmission and ability to sustain constant speeds.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Their robust design allows them to withstand harsh industrial environments, therefore requiring minimal maintenance and improving system uptime.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Employing frequency inverters grants precise speed control, which proves beneficial in diverse operations, from manufacturing to renewable energy.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460A7">
              <a:alpha val="65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7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 Motors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DC motors are known for delivering substantial torque at low speeds, thus an ideal choice for electric vehicles and robotics.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Simple control mechanisms provide easy and accurate speed regulation, which facilitates applications such as servo systems and consumer electronics.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They use brushes and commutators, which require regular maintenance to operate reliably, even under taxing conditions, resulting in downtime.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Motor Technology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Faraday constructs the first device to demonstrate the conversion of electrical energy into mechanical energy.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1880s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 of the first practical AC motor revolutionized industrial power distribution and applications.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1960s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of semiconductor devices allowed for sophisticated electronic control of motor speed and torque.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high-efficiency motors to reduce energy consumption and environmental impact during motor operation.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D6282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407089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motors deliver real-time monitoring, predictive maintenance, and integration with IoT platforms for maximum process performance.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D62828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Trends in Electric Motor Technology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460A7">
              <a:alpha val="70000"/>
            </a:srgbClr>
          </a:solidFill>
          <a:ln w="6350">
            <a:solidFill>
              <a:srgbClr val="579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materials like carbon fiber and nanocomposites are lowering weight, improving power-to-weight ratios in high-performance applications.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Wireless power transfer and contactless motor designs are eliminating the need for physical connections, enhancing system reliability drastically.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Integration of advanced AI algorithms optimizes energy use by monitoring and adjusting motor performance in real time based on environmental conditions.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Development is pushing toward miniaturized micro-motors useful in medical and robotics applications, extending their applicability and utility.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Collaborative research between industry and academia accelerates groundbreaking developments in high-efficiency designs to create powerful new options.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Unleashing Electric Potential: A Deep Dive into Motor Dynamics</dc:title>
  <dc:subject>Generated by Pre Max AI — Electric Blue</dc:subject>
  <dc:creator>PptxGenJS</dc:creator>
  <cp:lastModifiedBy>PptxGenJS</cp:lastModifiedBy>
  <cp:revision>1</cp:revision>
  <dcterms:created xsi:type="dcterms:W3CDTF">2026-02-12T14:52:42Z</dcterms:created>
  <dcterms:modified xsi:type="dcterms:W3CDTF">2026-02-12T14:52:42Z</dcterms:modified>
</cp:coreProperties>
</file>