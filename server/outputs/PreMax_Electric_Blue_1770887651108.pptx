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53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MAX AI — Electric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Motors, Transformers, and Transducers: An Overview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366F1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 and Devices: An Introduction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Motors, Transformers, and Transducers: Key Components of Electrical Systems.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Devices in Electrical Systems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515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Motors: Convert electrical energy into mechanical energy.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Transformers: Transfer electrical energy between circuits.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Transducers: Convert one form of energy into another.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Widely used in industries, homes, and automation.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366F1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Motors: Principles and Applications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BDF8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electric motor is a device that converts electrical energy into mechanical energy through the interaction of magnetic fields.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Electrical Engineering Basics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Working Principle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4846320"/>
          </a:xfrm>
          <a:prstGeom prst="roundRect">
            <a:avLst>
              <a:gd name="adj" fmla="val 1509"/>
            </a:avLst>
          </a:prstGeom>
          <a:solidFill>
            <a:srgbClr val="232B3E">
              <a:alpha val="85000"/>
            </a:srgbClr>
          </a:solidFill>
          <a:ln w="6350">
            <a:solidFill>
              <a:srgbClr val="424A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96596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8BDF8"/>
                </a:solidFill>
              </a:rPr>
              <a:t>▶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8BDF8"/>
                </a:solidFill>
              </a:rPr>
              <a:t>▶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8BDF8"/>
                </a:solidFill>
              </a:rPr>
              <a:t>▶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731520" y="1645920"/>
            <a:ext cx="164592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Flows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8BDF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Field Interaction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8BDF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Created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645920"/>
            <a:ext cx="164592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Shaft Rotates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Illustrating Lorentz Force Law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Motors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515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DC Motors: Precise speed control.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 Motors: Includes induction and synchronous motors.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Stepper Motors: Precise positioning.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Servo Motors: Position control with feedback.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8B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366F1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Transformers: Principles and Applications</a:t>
            </a:r>
            <a:endParaRPr lang="en-US" sz="4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BDF8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transformer transfers electrical energy from one circuit to another through electromagnetic induction, working only with AC.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Circuit Theory Handbook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Working Principle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F576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Input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52800" y="3337560"/>
            <a:ext cx="365760" cy="3657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6536" y="3749040"/>
            <a:ext cx="18288" cy="777240"/>
          </a:xfrm>
          <a:prstGeom prst="rect">
            <a:avLst/>
          </a:prstGeom>
          <a:solidFill>
            <a:srgbClr val="4F576A"/>
          </a:solidFill>
          <a:ln/>
        </p:spPr>
      </p:sp>
      <p:sp>
        <p:nvSpPr>
          <p:cNvPr id="15" name="Shape 13"/>
          <p:cNvSpPr/>
          <p:nvPr/>
        </p:nvSpPr>
        <p:spPr>
          <a:xfrm>
            <a:off x="3032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032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5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Flux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91200" y="3337560"/>
            <a:ext cx="365760" cy="365760"/>
          </a:xfrm>
          <a:prstGeom prst="ellipse">
            <a:avLst/>
          </a:prstGeom>
          <a:solidFill>
            <a:srgbClr val="38BDF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4936" y="2560320"/>
            <a:ext cx="18288" cy="777240"/>
          </a:xfrm>
          <a:prstGeom prst="rect">
            <a:avLst/>
          </a:prstGeom>
          <a:solidFill>
            <a:srgbClr val="4F57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711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711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40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Induced Voltage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Transformers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515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Power Transmission: Distribution across national grids.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Mobile Chargers: Converting mains voltage.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Adapters: Voltage conversion.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Substations: Stepping down high voltage.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Industrial Power Systems: Providing appropriate voltage levels.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Motors, Transformers, and Transducers: An Overview</dc:title>
  <dc:subject>Generated by Pre Max AI — Electric Blue</dc:subject>
  <dc:creator>PptxGenJS</dc:creator>
  <cp:lastModifiedBy>PptxGenJS</cp:lastModifiedBy>
  <cp:revision>1</cp:revision>
  <dcterms:created xsi:type="dcterms:W3CDTF">2026-02-12T09:14:11Z</dcterms:created>
  <dcterms:modified xsi:type="dcterms:W3CDTF">2026-02-12T09:14:11Z</dcterms:modified>
</cp:coreProperties>
</file>