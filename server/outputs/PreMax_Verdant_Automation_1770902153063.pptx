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Verdant Automation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CAF5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4CAF5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 for a Safer, More Sustainable Future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AUTOMATION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8E3C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Reimagining Agriculture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modern technology and traditional farming practices to enhance farmer safety and resource efficiency.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4CAF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Concept: Smart Irrigation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system utilizes an ESP32 to connect to the internet, relaying commands via LoRa to remotely control agricultural motors, ensuring efficient communication.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key element is the integration of a feedback loop where motor operating status and sensors provide real-time updates to the farmer's smartphone via the gateway.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innovative system eliminates the need for costly server infrastructure by leveraging free-tier IoT platforms, reducing barriers to adoption for small farmers.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LoRa radio's Chirp Spread Spectrum (CSS) modulation ensures signal penetration through dense crops up to 15 km, fostering robust communication even in remote areas.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leveraging the Internet of Things (IoT) and long-range communication technologies, farmers can remotely manage their irrigation systems from anywhere in the world.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Leap Forward: Smart vs. Traditional Irrigation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CFDCD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Conventional Manual Starter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 is limited to a physical switch at the site, which necessitates farmers visiting the field for operation.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operating range is restricted by physical reach, demanding farmers to be physically present near the motor.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risk of snakebites and electric shocks are a significant concern during manual operation, particularly at night.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timing logic requires on-site visits to start or stop irrigation, leading to potential inefficiencies.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Maintenance is typically reactive, occurring after failures rather than proactively preventing them.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Smart System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Farmers gain global remote control via their smartphones, enhancing accessibility and convenience regardless of location.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Unlimited global reach through internet and LoRa connectivity liberates farmers from physical proximity constraints.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physical risk as farmers can control operations from home, mitigating dangers such as snakebites and electric shocks.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Automatic countdown timers with 1Hz accuracy facilitate precise irrigation cycles, minimizing water wastage and maximizing efficiency.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Predictive maintenance, with alerts preventing failures, reduces downtime and increases system reliability.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8E3C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Addressing the Farmer's Real-World Challenges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innovation directly confronts lethal and financial risks faced by agricultural workers, improving their lives and livelihoods.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4CAF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Alleviating Critical Risk Factors for Farmers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roughly 58,000 snakebite deaths occurring annually in India, this system eliminates dangerous trips to fields, especially at night when snakes are most active.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starters lack protection causing motor burnout, costing farmers INR 5,000 to 10,000 in repairs, while this system includes automatic cutoff features.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irrigation leads to significant water wastage, with runoff potentially wasting up to 50% of pumped water, which this technology mitigates through precision.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Implementing this system helps reduce the risk factors threatening the livelihood of farmers, and it also contributes to environmental sustainability through water conservation.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automated system promotes responsible water use and environmental protection by optimizing irrigation schedules based on real-time data and predefined parameters.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Foundation: Access and Precision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substituting the remote module with an ESP32, the system bridges the LoRa network to the Internet without incurring server costs, vital for cost-conscious farmers.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ESP RainMaker allows seamless global cloud access without maintenance, offering a practical solution for remote connectivity in agricultural settings.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Google Firebase delivers a real-time database with latency below 1.5 seconds, enabling swift motor response and immediate system feedback.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system's hardware timers, using 1Hz interrupts, provide accurate countdown timing with errors less than 0.1 seconds, which improves irrigation management.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incorporation of EEPROM ensures that countdown timers are resilient to power failures, preserving precise timing and preventing cycle interruptions.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4CAF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Quantifiable Impact: Significant Improvements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30-50%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25-40%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20-30%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Increase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1.5-2 Years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ROI Payback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4CAF5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388E3C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"Smart irrigation technologies are not just about conserving water; they are about empowering farmers to make data-driven decisions for a more sustainable and profitable agriculture."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Dr. Anya Sharma, Agricultural Technology Expert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Irrigation: From Innovation to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E8F5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B5C2B6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adoption of precision irrigation techniques begins to gain traction in developed nations.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5280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E8F5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6536" y="3749040"/>
            <a:ext cx="18288" cy="777240"/>
          </a:xfrm>
          <a:prstGeom prst="rect">
            <a:avLst/>
          </a:prstGeom>
          <a:solidFill>
            <a:srgbClr val="B5C2B6"/>
          </a:solidFill>
          <a:ln/>
        </p:spPr>
      </p:sp>
      <p:sp>
        <p:nvSpPr>
          <p:cNvPr id="13" name="Shape 11"/>
          <p:cNvSpPr/>
          <p:nvPr/>
        </p:nvSpPr>
        <p:spPr>
          <a:xfrm>
            <a:off x="3032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14" name="Text 12"/>
          <p:cNvSpPr/>
          <p:nvPr/>
        </p:nvSpPr>
        <p:spPr>
          <a:xfrm>
            <a:off x="3032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95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integration of IoT and sensor technologies allows for real-time monitoring and automated adjustments.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9120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E8F5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64936" y="2560320"/>
            <a:ext cx="18288" cy="777240"/>
          </a:xfrm>
          <a:prstGeom prst="rect">
            <a:avLst/>
          </a:prstGeom>
          <a:solidFill>
            <a:srgbClr val="B5C2B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711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19" name="Text 17"/>
          <p:cNvSpPr/>
          <p:nvPr/>
        </p:nvSpPr>
        <p:spPr>
          <a:xfrm>
            <a:off x="54711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340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use is projected to reduce water waste and increase crop yields globally, particularly in water-scarce regions.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4CAF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Dawn of the Automated Farm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system offers a 'Global Bridge' for sustainable agriculture, safeguarding farmers from biological risks while promoting efficient water and energy management.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integration of these tools transforms traditional farming into a technology-driven practice, ensuring sustainability, increasing yields and improving livelihoods.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system’s open-source nature encourages community-driven innovation, allowing continued improvements and broader accessibility to the technology.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Policy support is critical for widespread implementation, especially in developing nations, with governments and NGOs facilitating adoption and education.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protecting farmers from harm and maximizing resource use, the combined ESP32 and LoRa system represents a fundamental tool for 21st-century agriculture.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for a Safer, More Sustainable Future</dc:title>
  <dc:subject>Generated by Pre Max AI — Verdant Automation</dc:subject>
  <dc:creator>PptxGenJS</dc:creator>
  <cp:lastModifiedBy>PptxGenJS</cp:lastModifiedBy>
  <cp:revision>1</cp:revision>
  <dcterms:created xsi:type="dcterms:W3CDTF">2026-02-12T13:15:53Z</dcterms:created>
  <dcterms:modified xsi:type="dcterms:W3CDTF">2026-02-12T13:15:53Z</dcterms:modified>
</cp:coreProperties>
</file>