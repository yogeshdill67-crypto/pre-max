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D47A1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A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Air Quality Insights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42A5F5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42A5F5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MQ-2 Gas Sensor: Principles, Applications, and Limitations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INSIGHTS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47A1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Unveiling the MQ-2 Gas Sensor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exploration of the MQ-2 gas sensor technology, covering its operational principles, diverse applications, key limitations, and vital considerations for effective implementation.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0D47A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42A5F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Characteristics of MQ-2 Sensors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MQ-2 sensors offer effective detection of smoke and various combustible gases like methane, butane, LPG, and hydrogen, crucial for safety applications.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These sensors are known for their rapid response time, typically within seconds, enabling quick reaction to gas leaks or hazardous environments.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Simple to use, MQ-2 sensors integrate seamlessly with microcontrollers and alarm systems due to their analog output proportional to gas concentration.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MQ-2 sensors have an adjustable sensitivity via a potentiometer, enabling customization to specific detection thresholds based on environmental conditions.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sensor's compact physical size and low power consumption make it suitable for integration into portable and battery-powered devices for increased mobility and ease of use.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0D47A1">
              <a:alpha val="20000"/>
            </a:srgbClr>
          </a:solidFill>
          <a:ln w="12700">
            <a:solidFill>
              <a:srgbClr val="0D47A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MQ-2 Sensor: Working Principle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0D47A1"/>
          </a:solidFill>
          <a:ln w="25400">
            <a:solidFill>
              <a:srgbClr val="E0F2F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ADBFBE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0D47A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Adsorption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molecules adsorb onto the SnO2 surface, influencing its resistance and creating a measurable change.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52800" y="3337560"/>
            <a:ext cx="365760" cy="365760"/>
          </a:xfrm>
          <a:prstGeom prst="ellipse">
            <a:avLst/>
          </a:prstGeom>
          <a:solidFill>
            <a:srgbClr val="0D47A1"/>
          </a:solidFill>
          <a:ln w="25400">
            <a:solidFill>
              <a:srgbClr val="E0F2F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6536" y="3749040"/>
            <a:ext cx="18288" cy="777240"/>
          </a:xfrm>
          <a:prstGeom prst="rect">
            <a:avLst/>
          </a:prstGeom>
          <a:solidFill>
            <a:srgbClr val="ADBFBE"/>
          </a:solidFill>
          <a:ln/>
        </p:spPr>
      </p:sp>
      <p:sp>
        <p:nvSpPr>
          <p:cNvPr id="13" name="Shape 11"/>
          <p:cNvSpPr/>
          <p:nvPr/>
        </p:nvSpPr>
        <p:spPr>
          <a:xfrm>
            <a:off x="30327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0D47A1"/>
          </a:solidFill>
          <a:ln/>
        </p:spPr>
      </p:sp>
      <p:sp>
        <p:nvSpPr>
          <p:cNvPr id="14" name="Text 12"/>
          <p:cNvSpPr/>
          <p:nvPr/>
        </p:nvSpPr>
        <p:spPr>
          <a:xfrm>
            <a:off x="30327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956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adsorbed gas reacts with the SnO2, altering the concentration of oxygen ions and thereby changing the material's conductivity.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91200" y="3337560"/>
            <a:ext cx="365760" cy="365760"/>
          </a:xfrm>
          <a:prstGeom prst="ellipse">
            <a:avLst/>
          </a:prstGeom>
          <a:solidFill>
            <a:srgbClr val="0D47A1"/>
          </a:solidFill>
          <a:ln w="25400">
            <a:solidFill>
              <a:srgbClr val="E0F2F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64936" y="2560320"/>
            <a:ext cx="18288" cy="777240"/>
          </a:xfrm>
          <a:prstGeom prst="rect">
            <a:avLst/>
          </a:prstGeom>
          <a:solidFill>
            <a:srgbClr val="ADBFBE"/>
          </a:solidFill>
          <a:ln/>
        </p:spPr>
      </p:sp>
      <p:sp>
        <p:nvSpPr>
          <p:cNvPr id="18" name="Shape 16"/>
          <p:cNvSpPr/>
          <p:nvPr/>
        </p:nvSpPr>
        <p:spPr>
          <a:xfrm>
            <a:off x="54711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0D47A1"/>
          </a:solidFill>
          <a:ln/>
        </p:spPr>
      </p:sp>
      <p:sp>
        <p:nvSpPr>
          <p:cNvPr id="19" name="Text 17"/>
          <p:cNvSpPr/>
          <p:nvPr/>
        </p:nvSpPr>
        <p:spPr>
          <a:xfrm>
            <a:off x="54711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340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 measures the change in electrical resistance, providing an output signal corresponding to the gas concentration.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47A1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Applications of MQ-2 Sensors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diverse uses of MQ-2 sensors in residential, industrial, and automotive environments for safety and environmental monitoring, supported by concrete examples.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47A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42A5F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0D47A1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Diverse Applications of MQ-2 Gas Sensors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MQ-2 gas sensors are widely used in residential settings to detect gas leaks and smoke, improving overall safety and potentially preventing accidents.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industrial environments, these sensors are critical for monitoring flammable gases and ensuring worker safety near welding equipment and gas pipelines.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Automotive applications include integration of MQ-2 sensors in vehicle exhaust monitoring systems to detect leaks or high emissions of combustible gases.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Portable gas detectors utilize the MQ-2 sensor for on-site safety inspections and environmental monitoring in confined spaces or hazardous locations.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MQ-2 sensors can be part of HVAC systems to monitor air quality and detect potentially dangerous gas build-ups, ensuring efficient ventilation control and safety.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0D47A1">
              <a:alpha val="20000"/>
            </a:srgbClr>
          </a:solidFill>
          <a:ln w="12700">
            <a:solidFill>
              <a:srgbClr val="0D47A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47A1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Navigating MQ-2 Sensor Limitations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review of MQ-2 sensor limitations, cross-sensitivities, environmental factors, and potential inaccuracies to guide proper usage and interpretation of data.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0D47A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42A5F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and Considerations for MQ-2 Sensors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Cross-sensitivity to multiple gasses can make it difficult to accurately identify specific gases, often requiring supplementary sensors or calibration techniques.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Environmental factors such as temperature and humidity significantly affect sensor performance, necessitating compensation circuits for accurate readings.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MQ-2 sensor's long term drift in sensitivity requires periodical recalibration to maintain accuracy and reliability in extended deployments.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sensor's sensitivity can degrade when exposed to high concentrations of certain gases over prolonged periods, potentially shortening its lifespan.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MQ-2 sensors are not suitable for detecting all toxic gases, which limits their applicability in settings requiring accurate quantification of specific hazardous substances.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0D47A1">
              <a:alpha val="20000"/>
            </a:srgbClr>
          </a:solidFill>
          <a:ln w="12700">
            <a:solidFill>
              <a:srgbClr val="0D47A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0D47A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42A5F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Performance Indicators of MQ-2 Sensors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0D47A1">
              <a:alpha val="20000"/>
            </a:srgbClr>
          </a:solidFill>
          <a:ln w="12700">
            <a:solidFill>
              <a:srgbClr val="0D47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0D47A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 (Methane)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0D47A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sec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Response Time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0D47A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−10°C to 50°C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Temperature Range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0D47A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5+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Expected Lifespan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42A5F5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0D47A1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0D47A1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“While MQ-2 sensors offer a cost-effective solution for detecting various combustible gases, it's crucial to acknowledge their limitations and calibrate with precision.”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Dr. Emily Carter, Sensor Technology Expert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286000" cy="32004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47A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42A5F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0D47A1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 for Successful MQ-2 Sensor Deployment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Utilizing proper calibration techniques is crucial for establishing a reliable baseline and ensuring accurate readings across different gas compositions.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Implementing temperature and humidity compensation circuitry improves sensor accuracy by mitigating environmental influences on sensor sensitivity.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Regularly monitoring and replacing sensors based on their expected lifespan helps prevent degradation of performance and maintains system reliability.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Employing sensor fusion techniques, such as combining data from multiple sensors, enhances detection by minimizing false alarms and improving accuracy.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Selecting appropriate sensor placement locations is essential for ensuring that the sensor effectively samples the environment where gas leaks are most likely to occur.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0D47A1">
              <a:alpha val="20000"/>
            </a:srgbClr>
          </a:solidFill>
          <a:ln w="12700">
            <a:solidFill>
              <a:srgbClr val="0D47A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MQ-2 Gas Sensor: Principles, Applications, and Limitations</dc:title>
  <dc:subject>Generated by Pre Max AI — Air Quality Insights</dc:subject>
  <dc:creator>PptxGenJS</dc:creator>
  <cp:lastModifiedBy>PptxGenJS</cp:lastModifiedBy>
  <cp:revision>1</cp:revision>
  <dcterms:created xsi:type="dcterms:W3CDTF">2026-02-13T05:50:09Z</dcterms:created>
  <dcterms:modified xsi:type="dcterms:W3CDTF">2026-02-13T05:50:09Z</dcterms:modified>
</cp:coreProperties>
</file>