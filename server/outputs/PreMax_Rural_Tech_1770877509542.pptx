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3B82F6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73952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2D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 MAX AI — Rural Tech</a:t>
            </a:r>
            <a:endParaRPr lang="en-US" sz="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60A5FA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657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1371600"/>
            <a:ext cx="3200400" cy="3200400"/>
          </a:xfrm>
          <a:prstGeom prst="ellipse">
            <a:avLst/>
          </a:prstGeom>
          <a:solidFill>
            <a:srgbClr val="60A5FA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25400" dir="16200000">
              <a:srgbClr val="0000004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Irrigation for Farmers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32004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14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TECH THEME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B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60A5FA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3200400"/>
            <a:ext cx="5029200" cy="50292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60A5FA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3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Irrigation: A Modern Solution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technology to improve farming and safeguard farmers.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6858000"/>
          </a:xfrm>
          <a:prstGeom prst="rect">
            <a:avLst/>
          </a:prstGeom>
          <a:solidFill>
            <a:srgbClr val="3B82F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1645920" cy="1645920"/>
          </a:xfrm>
          <a:prstGeom prst="ellipse">
            <a:avLst/>
          </a:prstGeom>
          <a:solidFill>
            <a:srgbClr val="60A5FA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Farmer's Challenges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4846320"/>
          </a:xfrm>
          <a:prstGeom prst="roundRect">
            <a:avLst>
              <a:gd name="adj" fmla="val 2264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74980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Snakebite risk when operating pumps in the dark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Motor burnout due to 'dry running'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Wasted water from over-irrigation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High labor costs for manual operation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011680" cy="2011680"/>
          </a:xfrm>
          <a:prstGeom prst="rtTriangl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0"/>
            <a:ext cx="1828800" cy="1828800"/>
          </a:xfrm>
          <a:prstGeom prst="ellipse">
            <a:avLst/>
          </a:prstGeom>
          <a:solidFill>
            <a:srgbClr val="60A5FA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Irrigation vs. Traditional Methods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434840" y="1188720"/>
            <a:ext cx="274320" cy="4846320"/>
          </a:xfrm>
          <a:prstGeom prst="rect">
            <a:avLst/>
          </a:prstGeom>
          <a:solidFill>
            <a:srgbClr val="DFE1E3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114800" y="3108960"/>
            <a:ext cx="914400" cy="9144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0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Method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Manual control at the pump site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Risk of snakebites and electric shock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No protection against 'dry running'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Manual timer with limited accuracy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Irrigation System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1208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Remote control via smartphone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Zero physical risk for the farmer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Automatic cutoff to prevent motor burnout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Precision countdown timer (1Hz accuracy)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"/>
            <a:ext cx="1463040" cy="1463040"/>
          </a:xfrm>
          <a:prstGeom prst="ellipse">
            <a:avLst/>
          </a:prstGeom>
          <a:solidFill>
            <a:srgbClr val="60A5FA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4754880"/>
            <a:ext cx="914400" cy="9144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8595360" cy="4846320"/>
          </a:xfrm>
          <a:prstGeom prst="roundRect">
            <a:avLst>
              <a:gd name="adj" fmla="val 1509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D2D4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1965960"/>
            <a:ext cx="36576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481328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B82F6"/>
                </a:solidFill>
              </a:rPr>
              <a:t>▶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4389120" y="1965960"/>
            <a:ext cx="36576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1481328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B82F6"/>
                </a:solidFill>
              </a:rPr>
              <a:t>▶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6400800" y="1965960"/>
            <a:ext cx="36576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1481328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B82F6"/>
                </a:solidFill>
              </a:rPr>
              <a:t>▶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7589520" y="2286000"/>
            <a:ext cx="-6035040" cy="64008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2761488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B82F6"/>
                </a:solidFill>
              </a:rPr>
              <a:t>▶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731520" y="1645920"/>
            <a:ext cx="164592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25">
                <a:alpha val="7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16459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Farmer's Phone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0" y="1645920"/>
            <a:ext cx="1645920" cy="640080"/>
          </a:xfrm>
          <a:prstGeom prst="rect">
            <a:avLst>
              <a:gd name="adj" fmla="val 11429"/>
            </a:avLst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25">
                <a:alpha val="7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43200" y="16459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Cloud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645920"/>
            <a:ext cx="1645920" cy="640080"/>
          </a:xfrm>
          <a:prstGeom prst="rect">
            <a:avLst>
              <a:gd name="adj" fmla="val 11429"/>
            </a:avLst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25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16459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Gateway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66560" y="1645920"/>
            <a:ext cx="1645920" cy="640080"/>
          </a:xfrm>
          <a:prstGeom prst="rect">
            <a:avLst>
              <a:gd name="adj" fmla="val 11429"/>
            </a:avLst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25">
                <a:alpha val="7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66560" y="16459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Radio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2926080"/>
            <a:ext cx="164592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25">
                <a:alpha val="7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29260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Motor/Pump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5715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ESP32 and LoRa work together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3B82F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82880"/>
            <a:ext cx="2286000" cy="2286000"/>
          </a:xfrm>
          <a:prstGeom prst="ellipse">
            <a:avLst/>
          </a:prstGeom>
          <a:solidFill>
            <a:srgbClr val="60A5FA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657600"/>
            <a:ext cx="2743200" cy="2743200"/>
          </a:xfrm>
          <a:prstGeom prst="ellipse">
            <a:avLst/>
          </a:prstGeom>
          <a:solidFill>
            <a:srgbClr val="3B82F6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Impact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94360" y="1645920"/>
            <a:ext cx="2468880" cy="3931920"/>
          </a:xfrm>
          <a:prstGeom prst="roundRect">
            <a:avLst>
              <a:gd name="adj" fmla="val 4444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645920"/>
            <a:ext cx="246888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10312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30-50%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Conservation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1645920"/>
            <a:ext cx="2468880" cy="3931920"/>
          </a:xfrm>
          <a:prstGeom prst="roundRect">
            <a:avLst>
              <a:gd name="adj" fmla="val 4444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645920"/>
            <a:ext cx="246888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210312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25-40%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474720" y="411480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Savings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1645920"/>
            <a:ext cx="2468880" cy="3931920"/>
          </a:xfrm>
          <a:prstGeom prst="roundRect">
            <a:avLst>
              <a:gd name="adj" fmla="val 4444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645920"/>
            <a:ext cx="246888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080760" y="210312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20-30%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217920" y="411480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 Yield Increase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Irrigation for Farmers</dc:title>
  <dc:subject>Generated by Pre Max AI — Rural Tech</dc:subject>
  <dc:creator>PptxGenJS</dc:creator>
  <cp:lastModifiedBy>PptxGenJS</cp:lastModifiedBy>
  <cp:revision>1</cp:revision>
  <dcterms:created xsi:type="dcterms:W3CDTF">2026-02-12T06:25:09Z</dcterms:created>
  <dcterms:modified xsi:type="dcterms:W3CDTF">2026-02-12T06:25:09Z</dcterms:modified>
</cp:coreProperties>
</file>