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6492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PRE MAX AI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LoRa Motor Starter Project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0E0E0"/>
                </a:solidFill>
              </a:rPr>
              <a:t>OFFICE MODE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Project Overview: LoRa Motor Starter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47548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Wireless remote control of AC motor using LoRa communication.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Focus on safety, control, and efficient operation.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Utilizing LoRa for long-range, low-power communication.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Concise system for user-friendly operation within industrial systems.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412480" y="47320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1. System Architecture Diagram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47548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User/Operator: Initiates start/stop commands.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LoRa Transmitter Unit: Transmits the signals wirelessly.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LoRa Receiver Unit: Receives the signals and relays to microcontroller.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Microcontroller: Processes signals and controls the Relay Module.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Relay Module: Switches the AC Motor power on/off.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AC Motor: The target motor being controlled.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Power Supply: Provides power to all components.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412480" y="47320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2. Safety &amp; Control Flow Diagram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47548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Start: Initial state of the system.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Power Available?: Checks if the power supply is functional.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LoRa Signal OK?: Validates the received LoRa signal.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Activate Relay: Activates/Deactivates the relay based on signal.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Motor ON: AC Motor is powered and running.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Stop: Returns the systems to a stop state.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412480" y="47320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3. Signal Flow (Sequence Diagram)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47548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User: Initiates the start/stop command.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LoRa Transmitter: Encodes and transmits command as a LoRa data packet.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LoRa Receiver: Receives and validates the LoRa signal.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Microcontroller: Triggers relay ON/OFF based on valid signal.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Relay: Controls the power to start/stop the motor.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Motor: Responds via power Control, based on the relay switch.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412480" y="47320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4. Hardware Block Diagram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47548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Power Supply: Core component, providing regulated power.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Arduino + LoRa TX: Microcontroller with LoRa transmitter for sending control signals.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Arduino + LoRa RX: Microcontroller with LoRa receiver for receiving control signals.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Relay Module: Electrically isolates and switches AC motor power.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Motor Load: The AC motor being controlled.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412480" y="47320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5. Operating State Diagram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47548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Idle: System is powered but not actively running the motor.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Waiting: System is waiting for a start command via LoRa.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Safety Check: During start command.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412480" y="47320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Operating State Diagram - Continued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47548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Stop Command: Signal received to cease motor operation.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Safe: System state when the Motor OFF.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Running: Motor is actively running.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Unsafe: Error or malfunction in the system.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412480" y="47320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Benefits of LoRa Motor Starter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47548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Wireless control eliminates physical wiring.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Increased safety with remote stop functionality.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Long-range communication suitable for industrial environments.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Low power consumption for extended operational life.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412480" y="47320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Possible Applications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47548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Industrial automation systems.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Remote motor control in hazardous environments.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Agricultural irrigation systems.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Smart home motor control applications.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412480" y="47320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Summary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47548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The LoRa Motor Starter project offers a robust and safe solution for wireless motor control.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System enables remote operation, enhanced safety features, and efficient control.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</a:rPr>
              <a:t>Future work includes expanded functionality, such as diagnostic feedback and data logging.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412480" y="47320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LoRa Motor Starter Project</dc:title>
  <dc:subject>Generated by Pre Max (office)</dc:subject>
  <dc:creator>PptxGenJS</dc:creator>
  <cp:lastModifiedBy>PptxGenJS</cp:lastModifiedBy>
  <cp:revision>1</cp:revision>
  <dcterms:created xsi:type="dcterms:W3CDTF">2026-02-12T05:42:11Z</dcterms:created>
  <dcterms:modified xsi:type="dcterms:W3CDTF">2026-02-12T05:42:11Z</dcterms:modified>
</cp:coreProperties>
</file>