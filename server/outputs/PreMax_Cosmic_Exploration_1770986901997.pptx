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0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ADD8E6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2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Cosmic Exploration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B0E2F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B0E2FF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Decoding the Cosmos: The EW67 Signal Framework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EXPLORATION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Unveiling EW67: A Hypothetical Beacon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significance of a theoretical signal in the search for extraterrestrial intelligence.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ADD8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B0E2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Hypothetical Signal Defined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1E1E40">
              <a:alpha val="70000"/>
            </a:srgbClr>
          </a:solidFill>
          <a:ln w="6350">
            <a:solidFill>
              <a:srgbClr val="515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EW67 serves as a conceptual benchmark in SETI discussions, representing a set of generic characteristics rather than a specific, observed radio wave.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placeholder allows researchers to theorize and model potential extraterrestrial signals without being constrained by the parameters of known celestial phenomena.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Unlike real observed signals, EW67 is a sandbox for testing signal detection algorithms and analyzing communication strategies from an unknown source.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'EW67' concept encapsulates key attributes such as signal strength, bandwidth, modulation, and frequency, aiding in the development of targeted search criteria.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Understanding EW67’s parameters helps scientists to prepare for the vast ambiguity inherent in actual extraterrestrial signals, enhancing the search process.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ADD8E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B0E2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in SETI Research and Development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1E1E40">
              <a:alpha val="70000"/>
            </a:srgbClr>
          </a:solidFill>
          <a:ln w="6350">
            <a:solidFill>
              <a:srgbClr val="515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'EW67' construct greatly facilitates the development of search algorithms, signal processing techniques, and robust message decoding strategies applicable across SETI projects.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Acting as a measurable benchmark, EW67 allows researchers to test and optimize algorithms designed to sift through cosmic noise for structured signals.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Its adaptable nature enables exploration of various communication methods that extraterrestrial civilizations might employ, like pulsed or frequency-modulated broadcasts.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EW67 simulations can be used to generate large datasets of artificial signals for training machine learning models, improving automated signal detection efforts.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modeling hypothetical signals via 'EW67', SETI initiatives can hone their strategies and tools, becoming more effective in the global hunt for extraterrestrial life.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B0E2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ADD8E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Confronting the Challenges of Signal Verification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1E1E40">
              <a:alpha val="70000"/>
            </a:srgbClr>
          </a:solidFill>
          <a:ln w="6350">
            <a:solidFill>
              <a:srgbClr val="5151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crucial challenge in SETI lies in definitively proving the extraterrestrial origin of a potential signal, differentiating it from terrestrial interference.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Any signal resembling 'EW67’ could potentially be created by natural cosmic events such as pulsars, or human-made sources, increasing the difficulty in confirmation.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Rigorous verification protocols must be applied, including cross-verification from multiple observatories and detailed analysis for intentional patterns.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Advanced signal processing techniques are essential to filter out noise and resolve the signal's true origin, preventing false positives from interfering signals.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Statistical models are needed to quantify the unlikeliness of the signal being randomly generated, strengthening the claim of its extraterrestrial origins.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Tools for Extraterrestrial Signal Assessment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advanced analytics to filter out the irrelevant and amplify the significant in SETI.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DD8E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B0E2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Metrics in SETI Signal Analysis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1E1E40">
              <a:alpha val="80000"/>
            </a:srgbClr>
          </a:solidFill>
          <a:ln w="19050">
            <a:solidFill>
              <a:srgbClr val="ADD8E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DD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1E1E40">
              <a:alpha val="80000"/>
            </a:srgbClr>
          </a:solidFill>
          <a:ln w="19050">
            <a:solidFill>
              <a:srgbClr val="ADD8E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DD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0.01%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1E1E40">
              <a:alpha val="80000"/>
            </a:srgbClr>
          </a:solidFill>
          <a:ln w="19050">
            <a:solidFill>
              <a:srgbClr val="ADD8E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DD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10^20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Frequencies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1E1E40">
              <a:alpha val="80000"/>
            </a:srgbClr>
          </a:solidFill>
          <a:ln w="19050">
            <a:solidFill>
              <a:srgbClr val="ADD8E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DD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4.5x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Clarity Increase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ADD8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B0E2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ADD8E6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discovery of even the simplest life elsewhere would fundamentally alter our understanding of biology and our place in the universe." -- Dr. Jill Tarter, SETI Institute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Dr. Jill Tarter, SETI Institute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 Detection: Matched Filter vs. Machine Learning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2659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1E1E40">
              <a:alpha val="65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D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Matched Filter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matched filter is a linear time-invariant filter designed to provide the maximum signal-to-noise ratio for a known signal shape.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method is exceptionally good at finding signals with a predefined structure when the noise characteristics are well-understood.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Its effectiveness diminishes when faced with unknown or unpredictable signal modulations and noise environments that deviate from assumptions.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1E1E40">
              <a:alpha val="65000"/>
            </a:srgbClr>
          </a:solidFill>
          <a:ln w="12700">
            <a:solidFill>
              <a:srgbClr val="B0E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E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Machine learning offers adaptive signal detection capabilities, facilitating recognition of intricate patterns, and differentiating genuine signals from complex terrestrial noises.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can learn and improve its detection capabilities over time through exposure to diverse datasets, effectively adapting to new and unexpected signal types.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Requires substantial training data and computing resources, and may return 'black box' results that pose challenges around interpretability and verification.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Signal Verification Techniques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04073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1960s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visual inspection methods initiated by Project Ozma, relying on analog equipment and basic signal analysis.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16936" y="3749040"/>
            <a:ext cx="18288" cy="777240"/>
          </a:xfrm>
          <a:prstGeom prst="rect">
            <a:avLst/>
          </a:prstGeom>
          <a:solidFill>
            <a:srgbClr val="404073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1980s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of Fast Fourier Transforms (FFT) and digital signal processing techniques for enhanced signal analysis.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2560320"/>
            <a:ext cx="18288" cy="777240"/>
          </a:xfrm>
          <a:prstGeom prst="rect">
            <a:avLst/>
          </a:prstGeom>
          <a:solidFill>
            <a:srgbClr val="404073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19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advanced algorithms for radio frequency interference mitigation, crucial for distinguishing artificial signals.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74536" y="3749040"/>
            <a:ext cx="18288" cy="777240"/>
          </a:xfrm>
          <a:prstGeom prst="rect">
            <a:avLst/>
          </a:prstGeom>
          <a:solidFill>
            <a:srgbClr val="404073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0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 of deep learning models to automatically classify and verify signals, greatly improving automation and precision.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ADD8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B0E2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ADD8E6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ADD8E6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quest to find extraterrestrial intelligence is a long-term endeavor that requires patience, persistence, and ingenuity." -- Paul Allen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Paul Allen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the Cosmos: The EW67 Signal Framework</dc:title>
  <dc:subject>Generated by Pre Max AI — Cosmic Exploration</dc:subject>
  <dc:creator>PptxGenJS</dc:creator>
  <cp:lastModifiedBy>PptxGenJS</cp:lastModifiedBy>
  <cp:revision>1</cp:revision>
  <dcterms:created xsi:type="dcterms:W3CDTF">2026-02-13T12:48:22Z</dcterms:created>
  <dcterms:modified xsi:type="dcterms:W3CDTF">2026-02-13T12:48:22Z</dcterms:modified>
</cp:coreProperties>
</file>