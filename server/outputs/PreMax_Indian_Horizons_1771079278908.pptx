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D62828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656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MAX AI — Indian Horizons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77F0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F77F0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India: A Rapidly Evolving Landscape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HORIZONS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India: Unveiling the Dynamic Giant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into the heart of a nation undergoing unprecedented transformation.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Surging Economic Momentum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Rate (2020)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6.8%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GDP Growth (2024)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5th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Economy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$3.5 Trillion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GDP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 Powerhouse: India's Population Trends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 Billion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Population (2050)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 Billion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Population (2024)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Youth Population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77F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Thriving Tech Startup Ecosystem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Unicorns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Startups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3rd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Startup Ecosystem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$100 Billion+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Funding (2014-2024)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62,000+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Startups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D62828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Linguistic Advantage: English Proficiency in India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370 Million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English Speakers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2nd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English-Speaking Population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Speaks English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3" name="Text 20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Fluency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6" name="Text 23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62828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6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and Global Connectivity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transportation networks to support economic growth and international trade.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D6282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Expanding Transportation Infrastructure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 Airports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 India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 Ports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and Minor Ports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13,000 Km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Waterways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4th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Rail Network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F77F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Renewable Energy Ambitions: Powering a Sustainable Future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926080" cy="4297680"/>
          </a:xfrm>
          <a:prstGeom prst="roundRect">
            <a:avLst>
              <a:gd name="adj" fmla="val 4688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41148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Target (2030)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4592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1"/>
          <p:cNvSpPr/>
          <p:nvPr/>
        </p:nvSpPr>
        <p:spPr>
          <a:xfrm>
            <a:off x="6263640" y="193395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 GW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355080" y="279806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Non-Fossil Fuel Capacity (2030)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 GW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4904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Capacity (2022)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37490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2A6F97">
              <a:alpha val="80000"/>
            </a:srgbClr>
          </a:solidFill>
          <a:ln w="19050">
            <a:solidFill>
              <a:srgbClr val="D6282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749040"/>
            <a:ext cx="2423160" cy="6400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4037076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28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355080" y="4901184"/>
            <a:ext cx="224028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Renewable Source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5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F77F0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D6282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 into India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029200" cy="4846320"/>
          </a:xfrm>
          <a:prstGeom prst="roundRect">
            <a:avLst>
              <a:gd name="adj" fmla="val 2264"/>
            </a:avLst>
          </a:prstGeom>
          <a:solidFill>
            <a:srgbClr val="2A6F97">
              <a:alpha val="70000"/>
            </a:srgbClr>
          </a:solidFill>
          <a:ln w="6350">
            <a:solidFill>
              <a:srgbClr val="5DA2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297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over 1.3 billion people, India represents a significant consumer market and a key player in the global economy, offering diverse opportunities.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the third-largest economy based on purchasing power parity (PPP), India's economic influence continues to grow on the world stage.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strategic geographic location makes it a pivotal link between the East and the West, fostering trade and cultural exchange.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India's rich cultural heritage and democratic values contribute to its soft power, enhancing its international relations and global standing.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increasing urbanization and technological advancement drive innovation and create a dynamic environment for businesses and entrepreneurs in India.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1554480"/>
            <a:ext cx="3383280" cy="3840480"/>
          </a:xfrm>
          <a:prstGeom prst="roundRect">
            <a:avLst>
              <a:gd name="adj" fmla="val 4054"/>
            </a:avLst>
          </a:prstGeom>
          <a:solidFill>
            <a:srgbClr val="D62828">
              <a:alpha val="20000"/>
            </a:srgbClr>
          </a:solidFill>
          <a:ln w="12700">
            <a:solidFill>
              <a:srgbClr val="D6282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3200400" cy="365760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India: A Rapidly Evolving Landscape</dc:title>
  <dc:subject>Generated by Pre Max AI — Indian Horizons</dc:subject>
  <dc:creator>PptxGenJS</dc:creator>
  <cp:lastModifiedBy>PptxGenJS</cp:lastModifiedBy>
  <cp:revision>1</cp:revision>
  <dcterms:created xsi:type="dcterms:W3CDTF">2026-02-14T14:27:58Z</dcterms:created>
  <dcterms:modified xsi:type="dcterms:W3CDTF">2026-02-14T14:27:58Z</dcterms:modified>
</cp:coreProperties>
</file>