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63636"/>
                </a:solidFill>
              </a:rPr>
              <a:t>Generated Presentation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8888"/>
                </a:solidFill>
              </a:rPr>
              <a:t>Mode: office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AAAAA"/>
                </a:solidFill>
              </a:rPr>
              <a:t>Generated by Pre Max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Slide 1: Key Concept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Point 1: Analysis of the uploaded document.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2: Strategic insight derived from content.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3: Recommendation for next steps.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462915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Slide 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Slide 2: Key Concept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Point 1: Analysis of the uploaded document.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2: Strategic insight derived from content.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3: Recommendation for next steps.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462915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Slide 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Slide 3: Key Concept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Point 1: Analysis of the uploaded document.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2: Strategic insight derived from content.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3: Recommendation for next steps.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462915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Slide 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Slide 4: Key Concept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Point 1: Analysis of the uploaded document.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2: Strategic insight derived from content.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3: Recommendation for next steps.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462915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Slide 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Slide 5: Key Concept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Point 1: Analysis of the uploaded document.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2: Strategic insight derived from content.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3: Recommendation for next steps.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462915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Slide 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Slide 6: Key Concept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Point 1: Analysis of the uploaded document.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2: Strategic insight derived from content.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3: Recommendation for next steps.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462915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Slide 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Slide 7: Key Concept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Point 1: Analysis of the uploaded document.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2: Strategic insight derived from content.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3: Recommendation for next steps.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462915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Slide 7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Slide 8: Key Concept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Point 1: Analysis of the uploaded document.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2: Strategic insight derived from content.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3: Recommendation for next steps.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462915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Slide 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Slide 9: Key Concept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Point 1: Analysis of the uploaded document.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2: Strategic insight derived from content.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3: Recommendation for next steps.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462915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Slide 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3366"/>
                </a:solidFill>
              </a:rPr>
              <a:t>Slide 10: Key Concept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Point 1: Analysis of the uploaded document.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2: Strategic insight derived from content.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Point 3: Recommendation for next steps.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0" y="462915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</a:rPr>
              <a:t>Slide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2026-02-11T17:10:23Z</dcterms:created>
  <dcterms:modified xsi:type="dcterms:W3CDTF">2026-02-11T17:10:23Z</dcterms:modified>
</cp:coreProperties>
</file>