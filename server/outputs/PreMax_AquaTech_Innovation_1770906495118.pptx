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87F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C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AquaTech Innovation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7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9A3A4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39A3A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Revolution: ESP32 &amp; LoRa Powered Agriculture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AQUATECH INNOVATION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7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7F8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Irrigation: A New Dawn for Agriculture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ESP32 and LoRa to transform traditional irrigation into a data-driven, globally accessible, and efficient system.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Symphony: From Command to Control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initiates irrigation command on smartphone application, setting duration and volume parameters via cloud.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336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07336" y="374904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35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14" name="Text 12"/>
          <p:cNvSpPr/>
          <p:nvPr/>
        </p:nvSpPr>
        <p:spPr>
          <a:xfrm>
            <a:off x="18135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Cloud Transmission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764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is transmitted through the internet to a cloud server, which queues the request for the destination ESP32.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528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6536" y="256032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18" name="Shape 16"/>
          <p:cNvSpPr/>
          <p:nvPr/>
        </p:nvSpPr>
        <p:spPr>
          <a:xfrm>
            <a:off x="30327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19" name="Text 17"/>
          <p:cNvSpPr/>
          <p:nvPr/>
        </p:nvSpPr>
        <p:spPr>
          <a:xfrm>
            <a:off x="30327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LoRa Communication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956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ESP32, acting as a gateway, communicates wirelessly via LoRa to a remote module situated near the motor controller.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374904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23" name="Shape 21"/>
          <p:cNvSpPr/>
          <p:nvPr/>
        </p:nvSpPr>
        <p:spPr>
          <a:xfrm>
            <a:off x="42519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Motor Activation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LoRa module relays data to the motor controller, initiating pump activation according to received duration request.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912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4936" y="256032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711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29" name="Text 27"/>
          <p:cNvSpPr/>
          <p:nvPr/>
        </p:nvSpPr>
        <p:spPr>
          <a:xfrm>
            <a:off x="54711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Data Feedback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340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controller gathers data about water flow, pressure, and motor current sending data for performance monitoring on the app.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10400" y="3337560"/>
            <a:ext cx="365760" cy="365760"/>
          </a:xfrm>
          <a:prstGeom prst="ellipse">
            <a:avLst/>
          </a:prstGeom>
          <a:solidFill>
            <a:srgbClr val="087F8F"/>
          </a:solidFill>
          <a:ln w="25400">
            <a:solidFill>
              <a:srgbClr val="E0F2F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84136" y="3749040"/>
            <a:ext cx="18288" cy="777240"/>
          </a:xfrm>
          <a:prstGeom prst="rect">
            <a:avLst/>
          </a:prstGeom>
          <a:solidFill>
            <a:srgbClr val="ADBFBE"/>
          </a:solidFill>
          <a:ln/>
        </p:spPr>
      </p:sp>
      <p:sp>
        <p:nvSpPr>
          <p:cNvPr id="33" name="Shape 31"/>
          <p:cNvSpPr/>
          <p:nvPr/>
        </p:nvSpPr>
        <p:spPr>
          <a:xfrm>
            <a:off x="66903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087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6903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System Monitoring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532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compares data about water flow, pressure, and motor current to verify against pre-determined specifications on the app.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87F8F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Evolutionary Leap: Manual vs. Smart Irrigation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7D9D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087F8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87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systems require constant human monitoring, leading to inefficiencies and inconsistent water distribution, costing time and money.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Water usage is often excessive and unregulated, resulting in water wastage and environmental concerns contributing to unsustainable farming.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Lacks remote control capabilities, necessitating physical presence for adjustments and increasing operational costs significantly.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data collection makes analysis of water efficiency impossible hindering improvement of irrigation strategies on a farm.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9A3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A3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Automated control optimizes water usage based on real-time soil moisture and weather data reducing waste and labor costs.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Remote monitoring and control via smartphone provide flexibility and enable immediate responses to changing environmental conditions.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analytics dashboard give farmers insights into water usage patterns and crop health, fostering informed decision-making.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with LoRa technology allows the system to operate effectively in remote areas, offering a scalable and cost-effective solution.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87F8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39A3A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087F8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&amp; LoRa: The Dynamic Duo of Connectivity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Exploring the synergistic relationship between ESP32 and LoRa, enabling global accessibility, seamless long-range connection, and efficient data transmission in agricultural fields.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087F8F">
              <a:alpha val="20000"/>
            </a:srgbClr>
          </a:solidFill>
          <a:ln w="12700">
            <a:solidFill>
              <a:srgbClr val="087F8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87F8F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7F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39A3A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087F8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Sustainable Gains: Quantifying the Impact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087F8F">
              <a:alpha val="20000"/>
            </a:srgbClr>
          </a:solidFill>
          <a:ln w="12700">
            <a:solidFill>
              <a:srgbClr val="087F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87F8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Water Consumption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87F8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Crop Yield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087F8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087F8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7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in Labor Costs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087F8F"/>
          </a:solidFill>
          <a:ln/>
        </p:spPr>
      </p:sp>
      <p:sp>
        <p:nvSpPr>
          <p:cNvPr id="22" name="Text 1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Revolution: ESP32 &amp; LoRa Powered Agriculture</dc:title>
  <dc:subject>Generated by Pre Max AI — AquaTech Innovation</dc:subject>
  <dc:creator>PptxGenJS</dc:creator>
  <cp:lastModifiedBy>PptxGenJS</cp:lastModifiedBy>
  <cp:revision>1</cp:revision>
  <dcterms:created xsi:type="dcterms:W3CDTF">2026-02-12T14:28:15Z</dcterms:created>
  <dcterms:modified xsi:type="dcterms:W3CDTF">2026-02-12T14:28:15Z</dcterms:modified>
</cp:coreProperties>
</file>