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344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58815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Verdant Automation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88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A3B18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A3B18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Irrigation Revolution: Remote Safety and Resource Efficiency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AUTOMATION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88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8157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the Divide: Smart Irrigation for a Safer Tomorrow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ESP32 and LoRa to revolutionize agricultural practices, ensuring farmer safety and optimizing resource utilization through remote and precise control.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58815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From Smartphone to Sustainable Field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73B34">
              <a:alpha val="70000"/>
            </a:srgbClr>
          </a:solidFill>
          <a:ln w="6350">
            <a:solidFill>
              <a:srgbClr val="5A6E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 utilizes a smartphone app to send commands via Wi-Fi or 4G to an IoT cloud platform, which then relays instructions to a gateway equipped with LoRa radio technology.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LoRa signal transmits the commands over long distances (up to 15km) to a receiver connected to a relay, which in turn activates the agricultural motor or pump in the field.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field feedback loop monitors the motor's operating status and environmental conditions through sensors, transmitting this data back to the user via LoRa for real-time updates.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entire process is designed to create a closed-loop system where every action is monitored to ensure optimal farm conditions while simultaneously helping farmers stay informed and safe.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integrating global internet connectivity with long-range radio communication, farmers gain unprecedented control over their irrigation systems, reducing manual labor and increasing efficiency.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588157">
              <a:alpha val="20000"/>
            </a:srgbClr>
          </a:solidFill>
          <a:ln w="12700">
            <a:solidFill>
              <a:srgbClr val="58815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58815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Revolutionizing Farming: Traditional vs. Smart Irrigation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5A7467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273B34">
              <a:alpha val="65000"/>
            </a:srgbClr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81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Conventional Manual Starter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 requires a physical manual switch at the site, inherently limiting operational range and demanding physical presence.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Human safety is at risk due to potential snakebites and electrical shocks, particularly during nighttime operations in remote fields.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Maintenance is reactive, addressing issues only after a failure occurs, resulting in downtime and potential crop damage.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273B34">
              <a:alpha val="65000"/>
            </a:srgbClr>
          </a:solidFill>
          <a:ln w="12700">
            <a:solidFill>
              <a:srgbClr val="A3B1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Smart System (ESP32 + LoRa)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global remote control via smartphone, providing unlimited reach and eliminating the need for physical presence.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Ensures zero physical risk to the farmer, allowing for control from the safety of their home or any remote location.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Enables predictive maintenance through logs and alerts, preventing failures and minimizing downtime, resulting in consistent irrigation.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88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8157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Addressing Real-World Challenges: Alleviating the Farmer's Burden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the direct impact of this technology in mitigating lethal and financial risks faced by farmers, focusing on snakebite prevention, infrastructure protection, and resource efficiency.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58815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588157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Mitigating Risks: Snakebites, Motor Burnout, and Water Waste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73B34">
              <a:alpha val="70000"/>
            </a:srgbClr>
          </a:solidFill>
          <a:ln w="6350">
            <a:solidFill>
              <a:srgbClr val="5A6E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Rural regions often receive electricity only at night, forcing farmers to navigate dark, wet fields, increasing their vulnerability to venomous snakes, with India reporting roughly 58,000 snakebite deaths annually.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Traditional manual starters lack protection against "dry running," leading to motor burnouts costing farmers INR 5,000 to 10,000 per incident, a significant financial strain for small farms.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operation results in substantial over-irrigation, with up to 50% of pumped water wasted through runoff, exacerbating water scarcity and increasing operational costs for farmers.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smart irrigation system eliminates the need for hazardous field trips, protecting farmers from snakebites and electrical hazards by enabling remote control from safer locations.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system's intelligent protection mechanisms prevent dry running, safeguarding motors from burnout and reducing maintenance costs by automatically cutting off the power supply when needed.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588157">
              <a:alpha val="20000"/>
            </a:srgbClr>
          </a:solidFill>
          <a:ln w="12700">
            <a:solidFill>
              <a:srgbClr val="58815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58815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A3B18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Quantifying the Impact: Efficiency and Savings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273B34">
              <a:alpha val="80000"/>
            </a:srgbClr>
          </a:solidFill>
          <a:ln w="19050">
            <a:solidFill>
              <a:srgbClr val="58815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45920"/>
            <a:ext cx="1874520" cy="64008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81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Labor Monitoring Pumps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273B34">
              <a:alpha val="80000"/>
            </a:srgbClr>
          </a:solidFill>
          <a:ln w="19050">
            <a:solidFill>
              <a:srgbClr val="58815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645920"/>
            <a:ext cx="1874520" cy="64008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81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69748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Power Bills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273B34">
              <a:alpha val="80000"/>
            </a:srgbClr>
          </a:solidFill>
          <a:ln w="19050">
            <a:solidFill>
              <a:srgbClr val="58815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645920"/>
            <a:ext cx="1874520" cy="64008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81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Crop Yield Increase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273B34">
              <a:alpha val="80000"/>
            </a:srgbClr>
          </a:solidFill>
          <a:ln w="19050">
            <a:solidFill>
              <a:srgbClr val="58815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645920"/>
            <a:ext cx="1874520" cy="64008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81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99516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Average ROI Period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88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8157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the Tech: Global Access and Precision Timing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technical components of the smart irrigation system, including ESP32 global internet access, long-range field connection via LoRa, and precision timing logic for optimized water usage.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58815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Foundation: ESP32, LoRa, and Precision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73B34">
              <a:alpha val="70000"/>
            </a:srgbClr>
          </a:solidFill>
          <a:ln w="6350">
            <a:solidFill>
              <a:srgbClr val="5A6E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Replacing standard remote modules with ESP32 enables bridging the LoRa network to the internet at zero server costs, leveraging free-tier IoT platforms like ESP RainMaker and Google Firebase.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ESP RainMaker, a native Espressif solution, offers seamless global cloud access without requiring maintenance, simplifying the management of irrigation systems for farmers.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LoRa radio, utilizing Chirp Spread Spectrum (CSS) modulation, provides reliable long-range field communication, penetrating dense crops and buildings up to 15 km without signal degradation.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Hardware timers ensure precise ON-time management with 1Hz timer interrupts, maintaining an error margin is less than 0.1s, contributing to consistent and controlled irrigation cycles.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event of a power failure, remaining time is saved in non-volatile memory (EEPROM), allowing the system to resume the irrigation countdown exactly where it left off once power is restored.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588157">
              <a:alpha val="20000"/>
            </a:srgbClr>
          </a:solidFill>
          <a:ln w="12700">
            <a:solidFill>
              <a:srgbClr val="58815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A3B1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58815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588157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2E7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 irrigation technologies are not just about saving water; they are about empowering farmers with the tools they need to thrive in an increasingly challenging environment."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B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Dr. Anya Sharma, Agricultural Technology Researcher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58815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588157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5881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 A Sustainable Future Through Connectivity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73B34">
              <a:alpha val="70000"/>
            </a:srgbClr>
          </a:solidFill>
          <a:ln w="6350">
            <a:solidFill>
              <a:srgbClr val="5A6E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integration of ESP32 and LoRa represents a pivotal advancement in sustainable agriculture, addressing critical safety and resource management challenges faced by modern farmers globally.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system not only protects farmers from life-threatening biological hazards like snakebites but also ensures the efficient and responsible use of scarce water and energy resources.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providing precise control and real-time monitoring capabilities, this technology empowers farmers to adapt to changing environmental conditions and optimize crop yields for long-term sustainability.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adoption of smart irrigation systems is projected to increase significantly in the coming years, driven by the growing need for resource-efficient and climate-resilient agricultural practices.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2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innovative approach serves as a model for bridging the digital divide in rural communities, enabling access to advanced technologies that promote economic growth and improve the quality of life.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588157">
              <a:alpha val="20000"/>
            </a:srgbClr>
          </a:solidFill>
          <a:ln w="12700">
            <a:solidFill>
              <a:srgbClr val="58815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588157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Revolution: Remote Safety and Resource Efficiency</dc:title>
  <dc:subject>Generated by Pre Max AI — Verdant Automation</dc:subject>
  <dc:creator>PptxGenJS</dc:creator>
  <cp:lastModifiedBy>PptxGenJS</cp:lastModifiedBy>
  <cp:revision>1</cp:revision>
  <dcterms:created xsi:type="dcterms:W3CDTF">2026-02-12T13:06:32Z</dcterms:created>
  <dcterms:modified xsi:type="dcterms:W3CDTF">2026-02-12T13:06:32Z</dcterms:modified>
</cp:coreProperties>
</file>