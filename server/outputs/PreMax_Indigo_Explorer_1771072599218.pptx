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6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Indigo Explorer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CD34D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CD34D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Exploring the Multifaceted Nation of India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EXPLORER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532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Unveiling India's Complex Tapestry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through India's history, geography, economy, and society, revealing its vibrant culture and global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Ancient Echoes: India's Historical Foundations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Indus Valley Civilization laid the groundwork for Indian society as early as 3300-1700 BCE, showcasing advanced urban planning and trade networks, influencing culture.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Mauryan Empire, under rulers like Ashoka, unified much of the Indian subcontinent in the 3rd century BCE and promoted Buddhism, significantly shaping the nation’s ethical landscape.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Gupta Empire, often hailed as India's Golden Age (4th-6th centuries CE), saw remarkable advancements in science, mathematics, astronomy, and art, establishing a cultural high point.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Mughal Empire, established in the 16th century, left an indelible mark through its architecture, administration, and cultural synthesis, evidenced by iconic structures like the Taj Mahal.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British colonial rule, beginning in the 18th century, brought about significant socio-economic and political transformations, ultimately leading to India's independence in 1947 and the partition.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the Majesty: India's Geographical Diversity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Himalayan mountain range in the north forms a natural barrier and source of numerous rivers, significantly impacting climate, water resources, and biodiversity in surrounding nations.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Indo-Gangetic Plain, a fertile stretch of land, supports a large agricultural population, contributing significantly to India's food security and economic activities.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Thar Desert in the northwest presents unique ecological challenges and opportunities, influencing local livelihoods and requiring specialized adaptation strategies for survival.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Indian coastline, extending over 7,500 kilometers, plays a vital role in trade, fisheries, and tourism, impacting the nation's economy and international relations.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Ganges River, revered as sacred, serves as a crucial water source for millions but faces significant pollution challenges, demanding immediate environmental remediation efforts.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CD34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Vitality: Key Indicators Shaping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7.2%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 (2023)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$3.7 Trillion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50%+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Sector Contribution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374151">
              <a:alpha val="80000"/>
            </a:srgbClr>
          </a:solidFill>
          <a:ln w="19050">
            <a:solidFill>
              <a:srgbClr val="A8553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 Billion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A85532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the cradle of the human race, the birthplace of human speech, the mother of history, the grandmother of legend, and the great-grandmother of tradition. Our most valuable and most instructive materials in the history of man are treasured up in India only.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Mark Twain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855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FCD34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Societal Strands: The Complexities of Indian Life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caste system, although officially outlawed, continues to impact social mobility and equality, presenting ongoing challenges for achieving inclusive development and social justice.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country's linguistic diversity, with over 22 officially recognized languages, shapes regional identities and influences communication, education, and political landscapes across the zones.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Rapid urbanization is transforming Indian cities, leading to both economic opportunities and challenges related to infrastructure, housing, and environmental sustainability and community resources.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demographic dividend, with a large youth population, presents potential for economic growth but requires significant investments in education, skills training, and job creation programs.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rise of the middle class is driving consumer spending and economic transformation, reflecting changing lifestyles and aspirations but also increasing income inequality.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85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532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Cultural Heritage &amp; Modern Economy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intersection of India's rich cultural past and its dynamic economic present, showcasing its unique position on the global stage.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vs. Urban India: A Tale of Two Worlds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4460B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74151">
              <a:alpha val="65000"/>
            </a:srgbClr>
          </a:solidFill>
          <a:ln w="12700">
            <a:solidFill>
              <a:srgbClr val="A85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India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Emphasis on agriculture as the primary economic activity, supporting livelihoods for a significant portion of the population, however impacting income.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Traditional social structures and cultural practices are deeply ingrained, influencing daily life, community dynamics, and inter-personal relationships.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access to advanced education, healthcare, and infrastructure poses challenges for socio-economic advancement, inhibiting rural populations.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Lower levels of income and consumption patterns drive different economic priorities and influence the scale of consumer-driven development.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374151">
              <a:alpha val="6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India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Dominated by industries, services, and technology sectors, driving economic growth and generating employment that is diverse.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cosmopolitan and diverse population, exposed to global influences and exhibiting more modern lifestyles, trends and culture.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Greater access to education, healthcare, and infrastructure facilitates individual and community development, expanding opportunities.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income levels and consumerism drive economic activity, influencing trends, growth and demand for innovation and resource management.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Economic Evolution: A Historical Perspective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1947-1991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Post-Independence Era: Focused on socialist policies, import substitution industrialization, and public sector dominance shaped slow growth.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374904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Liberalization: Initiated market reforms, reduced trade barriers, and encouraged private investment, spurring economic growth.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1421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Boom and Service Sector Growth: Emergence as a global IT leader fueled growth, job creation, and increased service sector contributions in India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0352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374904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2010s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Development: Investments in transportation, energy, and communication boosted connectivity and efficiency, enhancing industry efficiency.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365760" cy="365760"/>
          </a:xfrm>
          <a:prstGeom prst="ellipse">
            <a:avLst/>
          </a:prstGeom>
          <a:solidFill>
            <a:srgbClr val="A8553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2560320"/>
            <a:ext cx="18288" cy="777240"/>
          </a:xfrm>
          <a:prstGeom prst="rect">
            <a:avLst/>
          </a:prstGeom>
          <a:solidFill>
            <a:srgbClr val="5E7AC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A85532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and Startup Ecosystem: Driving innovation, entrepreneurship, and technological disruption, fostering a dynamic and inclusive economy.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A855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CD34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A85532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A855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Global Footprint: Influencing the World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374151">
              <a:alpha val="70000"/>
            </a:srgbClr>
          </a:solidFill>
          <a:ln w="6350">
            <a:solidFill>
              <a:srgbClr val="6A74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growing economic and political influence is reshaping global dynamics, contributing to discussions on trade, climate change, and international security and diplomacy.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Indian diaspora, spread across the globe, contributes significantly to their host countries' economies and fosters cultural exchange, innovation, and international collaboration.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soft power, derived from its culture, traditions, and values, strengthens its diplomatic ties and promotes international cooperation, cultural exchange, and collaboration.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country's commitment to sustainable development and renewable energy is gaining global recognition, influencing international discussions on environmental protection and resource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role in international organizations, such as the UN and G20, reflects its growing importance in addressing global challenges and shaping international norms and policies collaboratively.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A85532">
              <a:alpha val="20000"/>
            </a:srgbClr>
          </a:solidFill>
          <a:ln w="12700">
            <a:solidFill>
              <a:srgbClr val="A8553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A85532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Multifaceted Nation of India</dc:title>
  <dc:subject>Generated by Pre Max AI — Indigo Explorer</dc:subject>
  <dc:creator>PptxGenJS</dc:creator>
  <cp:lastModifiedBy>PptxGenJS</cp:lastModifiedBy>
  <cp:revision>1</cp:revision>
  <dcterms:created xsi:type="dcterms:W3CDTF">2026-02-14T12:36:39Z</dcterms:created>
  <dcterms:modified xsi:type="dcterms:W3CDTF">2026-02-14T12:36:39Z</dcterms:modified>
</cp:coreProperties>
</file>