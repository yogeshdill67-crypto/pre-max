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6492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PRE MAX AI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LoRa Motor Starter Project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E0E0"/>
                </a:solidFill>
              </a:rPr>
              <a:t>EDUCATION MODE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System Architecture Diagram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User/Operator issues command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LoRa Transmitter Unit sends LoRa signal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LoRa Receiver Unit receives signal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Microcontroller processes signal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Relay Module controls AC Motor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Power Supply provides necessary power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Safety &amp; Control Flow Diagram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Start: Check if Power is Available?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If Yes: Check if LoRa Signal is OK?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If Yes: Activate Relay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Motor 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Stop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Signal Flow (Sequence Diagram)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User sends Start/Stop Command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LoRa Transmitter sends LoRa Data Packet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LoRa Receiver validates Valid Signal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Microcontroller triggers ON/OFF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Relay controls Power to Motor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Hardware Block Diagram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Wireless Communication via LoRa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Power Supply provides power to the system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Arduino + LoRa TX (Transmitter)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Arduino + LoRa RX (Receiver)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Relay Module switches Motor Load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Operating State Diagram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States: Safe, Unsafe, Idle, Waiting, Running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Transitions: Stop Command, Safety Check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Idle: System is waiting for a command.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Waiting: System is waiting for the LoRa signal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Running: Motor is operating.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LoRa Motor Starter Project</dc:title>
  <dc:subject>Generated by Pre Max (education)</dc:subject>
  <dc:creator>PptxGenJS</dc:creator>
  <cp:lastModifiedBy>PptxGenJS</cp:lastModifiedBy>
  <cp:revision>1</cp:revision>
  <dcterms:created xsi:type="dcterms:W3CDTF">2026-02-12T05:27:47Z</dcterms:created>
  <dcterms:modified xsi:type="dcterms:W3CDTF">2026-02-12T05:27:47Z</dcterms:modified>
</cp:coreProperties>
</file>