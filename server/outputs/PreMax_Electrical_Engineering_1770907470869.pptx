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FFCC0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Electrical Engineering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 Motors and Transformers: Powering Modern Innovation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C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Fundamentals of Electromechanical Systems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essential principles of electric motors and transformers, the backbone of modern technology.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the World of Electric Motor Types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36699">
              <a:alpha val="65000"/>
            </a:srgbClr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 Motors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 motors are primarily used in applications requiring constant speed, such as fans, pumps, and compressors, due to their stable performance.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robust motors excel at handling powerful loads with high energy conversion rates, making them suitable for industrial environments.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 motor speed is dictated by the power supply's frequency, which may require additional components for precise speed control, impacting total cost.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36699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DC Motors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DC motors, known for their excellent starting torque and easy speed control, are often employed in automotive applications and variable-speed machinery.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motors can achieve high speeds and immediate response times, making them suitable for tools like drills and electric screwdrivers.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presence of brushes in DC motors necessitates regular maintenance and can contribute to electromagnetic interference, limiting their application in sensitive devices.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FFCC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the Electric Motor's Working Principle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36699">
              <a:alpha val="70000"/>
            </a:srgbClr>
          </a:solidFill>
          <a:ln w="6350">
            <a:solidFill>
              <a:srgbClr val="669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Electric motors operate on the principle of the Lorentz force, where a current-carrying conductor in a magnetic field experiences a force, causing rotation.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motor's shaft is connected to the rotor, which contains windings that interact with the magnetic field generated by the stator to produce torque.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Commutators are critical components in DC motors, switching the current direction to continually drive the rotor, although they increase complexity and maintenance.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High-efficiency motors are designed to minimize energy losses due to winding resistance, friction, and magnetic core losses, improving overall performance and reducing costs.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Advancements in materials science, such as improved magnetic alloys and insulation, enhance the performance and longevity of modern electric motors across various applications.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CC00">
              <a:alpha val="20000"/>
            </a:srgbClr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FFCC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the Transformer's Core Function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36699">
              <a:alpha val="70000"/>
            </a:srgbClr>
          </a:solidFill>
          <a:ln w="6350">
            <a:solidFill>
              <a:srgbClr val="669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Transformers operate based on Faraday's Law of electromagnetic induction, transferring electrical energy between circuits through magnetic fields generated by AC voltage.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alternating current in the primary coil creates a fluctuating magnetic flux, which induces a voltage in the secondary coil proportional to the turn’s ratio.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Core materials, usually laminated silicon steel, are essential to enhance the magnetic flux linkage between coils while minimizing eddy current losses and improving efficiency.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efficiency of transformers typically ranges from 95% to 99% in large power transformers, reflecting optimized designs to minimize core losses and copper losses in the windings.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Insulation methods, such as oil cooling or resin casting, provide thermal management and electrical insulation crucial for the reliability and longevity of transformers in high-voltage applications.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CC00">
              <a:alpha val="20000"/>
            </a:srgbClr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C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Diverse Applications and Types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wide range of applications for electric motors and transformers in different sectors.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FCC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Ubiquitous Applications of Electric Motors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36699">
              <a:alpha val="70000"/>
            </a:srgbClr>
          </a:solidFill>
          <a:ln w="6350">
            <a:solidFill>
              <a:srgbClr val="669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Electric motors are essential components in numerous household appliances, powering devices like refrigerators, washing machines, and air conditioning systems for daily convenience.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Within the automotive sector, electric motors are increasingly used in electric vehicles and hybrid vehicles, providing efficient propulsion and regenerative braking capabilities.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Industrial applications widely utilize electric motors in pumps, compressors, and conveyor systems, driving manufacturing and production processes with precision and reliability.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integration of advanced control systems allows for precise management of motor performance, optimizing energy consumption and enabling intelligent automation in smart factories.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global market for electric motors is projected to reach $200 billion by 2025, driven by increasing demand for energy-efficient solutions and the growth of electric mobility.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CC00">
              <a:alpha val="20000"/>
            </a:srgbClr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Transformer Types: Functionality and Utility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36699">
              <a:alpha val="65000"/>
            </a:srgbClr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Step-Up Transformers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Step-up transformers increase voltage from primary to secondary, crucial for long-distance power transmission to reduce current and minimize I²R losses.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transformers are integral to power generation at power plants, boosting the voltage for efficient grid distribution over extensive networks.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Step-up transformers typically feature a higher secondary-to-primary turns ratio, reflecting their function in amplifying voltage for specific applications.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36699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Step-Down Transformers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Step-down transformers decrease voltage, making high-voltage electricity safe for use in residential and commercial settings, such as in distribution substations.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transformers are commonly found in electronic devices, reducing voltage from mains to levels suitable for components like microchips and displays.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Step-down transformers are designed with a lower secondary-to-primary turns ratio, crucial for decreasing voltage while maintaining power levels appropriately.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FFCC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Wide-Ranging Applications of Transformers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36699">
              <a:alpha val="70000"/>
            </a:srgbClr>
          </a:solidFill>
          <a:ln w="6350">
            <a:solidFill>
              <a:srgbClr val="669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Transformers are integral to power grids, ensuring the efficient and safe transmission of electricity from power plants to residential, commercial, and industrial consumers via voltage regulation.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chargers utilize miniature transformers to convert mains voltage to levels suitable for charging portable devices like smartphones, tablets, and laptops securely.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Industrial systems rely on transformers for various purposes, including voltage matching for equipment, isolation for safety, and power conditioning to maintain stability.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High-frequency transformers enable compact power supplies for modern electronics, improving efficiency while reducing size and weight, critical in portable devices.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Smart grid technologies are increasingly integrating advanced transformers with sensors and communication capabilities, enhancing grid management and enabling predictive maintenance.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FFCC00">
              <a:alpha val="20000"/>
            </a:srgbClr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FFCC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Performance Metrics in Electromechanical Systems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FFCC00">
              <a:alpha val="20000"/>
            </a:srgbClr>
          </a:solidFill>
          <a:ln w="12700">
            <a:solidFill>
              <a:srgbClr val="FFCC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36699">
              <a:alpha val="80000"/>
            </a:srgbClr>
          </a:solidFill>
          <a:ln w="19050">
            <a:solidFill>
              <a:srgbClr val="FFCC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Efficiency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36699">
              <a:alpha val="80000"/>
            </a:srgbClr>
          </a:solidFill>
          <a:ln w="19050">
            <a:solidFill>
              <a:srgbClr val="FFCC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Energy Efficiency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36699">
              <a:alpha val="80000"/>
            </a:srgbClr>
          </a:solidFill>
          <a:ln w="19050">
            <a:solidFill>
              <a:srgbClr val="FFCC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0.95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Factor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36699">
              <a:alpha val="80000"/>
            </a:srgbClr>
          </a:solidFill>
          <a:ln w="19050">
            <a:solidFill>
              <a:srgbClr val="FFCC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Harmonic Distortion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CC0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FFCC00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FFCC00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continuous innovation in electric motors and transformers is essential for achieving sustainable energy solutions and driving the next industrial revolution." -- Dr. Emily Carter, Energy Science Expert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Motors and Transformers: Powering Modern Innovation</dc:title>
  <dc:subject>Generated by Pre Max AI — Electrical Engineering</dc:subject>
  <dc:creator>PptxGenJS</dc:creator>
  <cp:lastModifiedBy>PptxGenJS</cp:lastModifiedBy>
  <cp:revision>1</cp:revision>
  <dcterms:created xsi:type="dcterms:W3CDTF">2026-02-12T14:44:30Z</dcterms:created>
  <dcterms:modified xsi:type="dcterms:W3CDTF">2026-02-12T14:44:30Z</dcterms:modified>
</cp:coreProperties>
</file>