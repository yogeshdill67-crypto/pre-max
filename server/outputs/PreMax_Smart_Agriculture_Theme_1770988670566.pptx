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Smart Agriculture Theme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1C78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81C78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Revolutionizing Irrigation: A Smart Agriculture Solution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THEME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Irrigation: Reimagining Agriculture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innovative approach to optimize water usage and improve crop yields through intelligent automation.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Command and Data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E8F5E9">
              <a:alpha val="85000"/>
            </a:srgbClr>
          </a:solidFill>
          <a:ln w="6350">
            <a:solidFill>
              <a:srgbClr val="B5C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flowchart illustrates how commands and data travel between the user's phone, the ESP32 gateway, the LoRa radio system, and the motor.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vs. Traditional Methods: A Feature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33963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E8F5E9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Remote control capabilities allow users to manage irrigation from anywhere, providing unprecedented flexibility and convenience.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Automated scheduling based on real-time sensor data ensures optimal water usage, minimizing waste and conserving resources efficiently.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Integrated alerts and notifications promptly inform users of any issues such as leaks or pump failures, enabling quick response.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analytics offer detailed insights into irrigation performance, assisting in making data-driven decisions to improve crop yield.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adapts to weather conditions, adjusting watering schedules automatically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E8F5E9">
              <a:alpha val="85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C7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Manual Irrigation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operation necessitates physical presence for turning on/off water, demanding substantial time and effort from the farmer.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Water wastage is common due to the lack of precise control and inability to adjust to fluctuating weather or soil conditions.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Delayed detection of problems can lead to substantial water loss, crop damage, and increased operational expenses.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data insights make it challenging to optimize irrigation strategies, hampering informed decision-making and resource allocation.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schedules that may not adapt to fluctuating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8E3C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Components of the Smart System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exploration of the ESP32 and LoRa technology powering the intelligent irrigation solution.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and LoRa: Powering the Smart Gateway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E8F5E9">
              <a:alpha val="85000"/>
            </a:srgbClr>
          </a:solidFill>
          <a:ln w="6350">
            <a:solidFill>
              <a:srgbClr val="B5C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ESP32 serves as the central processing unit, managing data flow, executing commands, and enabling Wi-Fi connectivity for remote access.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LoRa (Long Range) radio technology provides reliable, low-power communication over long distances, essential for rural agricultural environments.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combination of ESP32 and LoRa enables real-time monitoring and control of irrigation systems, even in areas with limited infrastructure.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Firmware Over-The-Air (FOTA) updates ensure the system remains secure and updated with the latest enhancements and bug fixes, minimizing downtime.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 features such as encryption and authentication protocols protect against unauthorized access and ensure the integrity of the system's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81C7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Irrigation: Advanced Control Features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E8F5E9">
              <a:alpha val="85000"/>
            </a:srgbClr>
          </a:solidFill>
          <a:ln w="6350">
            <a:solidFill>
              <a:srgbClr val="B5C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Timers enable automated scheduling of irrigation cycles, optimizing water usage based on crop needs and environmental conditions for maximizing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EEPROM resume capabilities ensure irrigation continues seamlessly after power outages, preventing crop damage and water loss by resuming operations.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Global access allows farmers to monitor and control irrigation systems remotely from anywhere with an internet connection, providing unparalleled convenience.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 integration allows for real-time data collection on soil moisture, temperature, and humidity, enabling data-driven irrigation decisions improving outcomes.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logging capabilities provide detailed insights into water usage and system performance, supporting continuous improvement and resource management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Improvements: Measuring the Impact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E8F5E9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E8F5E9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E8F5E9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Crop Yield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E8F5E9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8E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$500/acre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Irrigation Systems: A Historical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197C1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6000 BC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irrigation practices in Mesopotamia and Egypt utilize canals and ditches to divert water to crops, marking the beginning of agricultural irrigation.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197C1D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15th Century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of the Persian wheel and other mechanical devices to lift water, allowing for more efficient irrigation in various terrains and conditions.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197C1D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19th Century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sprinkler systems and mechanized pumps to deliver water more evenly and efficiently over larger areas, revolutionizing irrigation techniques.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197C1D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20th Century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systems are introduced, delivering water directly to plant roots, minimizing water loss and maximizing efficiency, revolutionizing agriculture.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197C1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systems integrate sensors, data analytics, and remote control capabilities to optimize water usage and improve crop yields, enabling sustainable and efficient agriculture.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81C78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Farmer's Risks: Enhanced Safety and Reliability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E8F5E9">
              <a:alpha val="85000"/>
            </a:srgbClr>
          </a:solidFill>
          <a:ln w="6350">
            <a:solidFill>
              <a:srgbClr val="B5C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 mitigates snakebites and electrical shocks through remote operation, reducing the need for manual intervention in hazardous environments.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Motor burnout prevention is achieved through real-time monitoring of motor performance and automatic shutdown mechanisms, increasing equipment lifespan.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Over-irrigation is prevented by using soil moisture sensors and automated controls, optimizing water usage and preventing crop damage from water saturation.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Remote diagnostics allow for quick identification and resolution of issues, minimizing downtime and ensuring continuous operation, improving functionality.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warnings mitigate frost damages due to automatic sprinklers and real-time temperature information, improving overall yield for crops and vegetation.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88E3C">
              <a:alpha val="20000"/>
            </a:srgbClr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81C7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8E3C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 irrigation systems are not just about saving water; they're about empowering farmers with the knowledge and tools they need to make informed decisions and ensure sustainable agricultural practices for future prosperity."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Anya Sharma, Agricultural Technology Expert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Revolutionizing Irrigation: A Smart Agriculture Solution</dc:title>
  <dc:subject>Generated by Pre Max AI — Smart Agriculture Theme</dc:subject>
  <dc:creator>PptxGenJS</dc:creator>
  <cp:lastModifiedBy>PptxGenJS</cp:lastModifiedBy>
  <cp:revision>1</cp:revision>
  <dcterms:created xsi:type="dcterms:W3CDTF">2026-02-13T13:17:50Z</dcterms:created>
  <dcterms:modified xsi:type="dcterms:W3CDTF">2026-02-13T13:17:50Z</dcterms:modified>
</cp:coreProperties>
</file>