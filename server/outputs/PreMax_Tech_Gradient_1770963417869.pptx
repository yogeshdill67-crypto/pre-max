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D62828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Tech Gradient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77F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F77F0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Python: Versatile Programming for Modern Problems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GRADIENT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Unveiling Python's Power and Potential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overview of Python's features, applications, and community, designed to showcase its versatility and impact in various fields.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D6282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Heart of Python: Syntax and Core Features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1E3A8A">
              <a:alpha val="70000"/>
            </a:srgbClr>
          </a:solidFill>
          <a:ln w="6350">
            <a:solidFill>
              <a:srgbClr val="516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Python's syntax emphasizes readability, employing indentation to define code blocks, making it notably easier to learn, understand, and maintain even for large-scale projects.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Dynamic typing in Python allows variables to change type during runtime, which offers greater flexibility but requires more careful testing to avoid runtime errors.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supports multiple programming paradigms, including object-oriented, imperative, and functional styles, allowing developers to select the best approach for each task.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 comprehensions provide a concise way to create lists, offering a more readable and often faster alternative to traditional loops for list generation and manipulation.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Python's extensive standard library reduces the need for external dependencies in many common tasks, enabling developers to write more efficient and portable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Python's Impact Across Industries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how Python is transforming web development, data science, and other fields, driving innovation and efficiency.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F77F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Python's Wide Embrace: Key Application Domains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1E3A8A">
              <a:alpha val="70000"/>
            </a:srgbClr>
          </a:solidFill>
          <a:ln w="6350">
            <a:solidFill>
              <a:srgbClr val="516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is extensively utilized in web development, particularly via frameworks like Django and Flask, which facilitate the rapid creation of resilient web applications with complex features.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Its robust data analysis and manipulation capabilities via libraries like Pandas and NumPy position Python as a dominant tool in data science and machine learning projects.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Python's scripting abilities and automation libraries make it invaluable in system administration and DevOps, streamlining tasks such as configuration management and deployment.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the realm of scientific computing, Python offers libraries like SciPy and Matplotlib, enabling researchers and engineers to conduct simulations, modeling, and data visualization effectively.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Python's versatility also extends to game development, where it is used for scripting gameplay logic and creating tools, often integrated with game engines like Pygame and Unity.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and Resources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Python community contributes to a supportive environment for learners and experienced professionals.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F77F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Thriving Ecosystem: Community and Support Networks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1E3A8A">
              <a:alpha val="70000"/>
            </a:srgbClr>
          </a:solidFill>
          <a:ln w="6350">
            <a:solidFill>
              <a:srgbClr val="516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features a thriving and proactive community, providing vast amounts of documentation, tutorials, and supportive forums for individuals at various skill levels.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Python Package Index (PyPI) hosts a vast collection of third-party libraries, enabling developers to seamlessly integrate pre-built functionalities into their projects, enhancing productivity.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benefits from extensive corporate backing from major companies like Google and Microsoft, which actively contribute to Pythons development and promote its usage within their ecosystems.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 Python user groups and international conferences offer Python developers opportunities to network, exchange ideas, and collectively tackle intricate challenges.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emphasis on community-driven development facilitates rapid innovation and ensures Python remains responsive to evolving technological trends and the changing needs of its users.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D6282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by the Numbers: Key Metrics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E3A8A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8.2M+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Developers Worldwide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E3A8A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Python Use (Past 5 Years)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E3A8A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300K+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on PyPI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E3A8A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2nd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Language (GitHub)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D62828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“Python has been key to our success at Google; it’s one of our three official languages. Its strengths – readability, extensive libraries, and strong community – allow us to innovate quickly and efficiently.”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Guido van Rossum, Python Creator &amp; Former Google Engineer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vs. Java: A Comparative Look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66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1E3A8A">
              <a:alpha val="65000"/>
            </a:srgbClr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boasts a simpler syntax, facilitating faster development and easier readability, making it ideal for prototyping and scripting.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dynamic typing, Python enables flexible code generation but may necessitate more extensive runtime testing, increasing developer responsibility.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supports multiple programming paradigms, including functional and object-oriented programming, providing versatile problem-solving approaches.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1E3A8A">
              <a:alpha val="65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7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Java utilizes static typing, catching type-related errors at compile time for enhanced safety and better performance in large-scale applications.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Java's verbosity leads to expanded codebases but improves explicitness, favoring complex projects that benefit from strong structure and maintainability.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Java’s performance-optimized virtual machine (JVM) fosters efficient execution of compiled code, suitable for high-intensity enterprise solutions needing speed.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Python's Journey: A Timeline of Innovation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0.9.0 is released, introducing core features like classes, inheritance, and exception handling, laying the groundwork for its object-oriented capabilities.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2.0 introduces list comprehensions and garbage collection, enhancing code conciseness and memory management, attracting more developers.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3.0 addresses fundamental design flaws, breaking backward compatibility but paving the way for future improvements and cleaner syntax.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 reaches its end-of-life, marking a full transition to Python 3 and ensuring continued security updates and improved language features.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maintains its position as a leading language for web development, data science, and machine learning, propelled by ongoing contributions and a vibrant community.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Versatile Programming for Modern Problems</dc:title>
  <dc:subject>Generated by Pre Max AI — Tech Gradient</dc:subject>
  <dc:creator>PptxGenJS</dc:creator>
  <cp:lastModifiedBy>PptxGenJS</cp:lastModifiedBy>
  <cp:revision>1</cp:revision>
  <dcterms:created xsi:type="dcterms:W3CDTF">2026-02-13T06:16:57Z</dcterms:created>
  <dcterms:modified xsi:type="dcterms:W3CDTF">2026-02-13T06:16:57Z</dcterms:modified>
</cp:coreProperties>
</file>