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ADD8E6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Techno Blue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B0E0E6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B0E0E6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 Kernel: A Deep Dive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 BLUE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Unveiling the Horizon Kernel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the core components and innovative architecture of the Horizon Kernel, designed for advanced machine learning and AI applications.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ADD8E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B0E0E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Overview: Dissecting the Horizon Kernel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6454F">
              <a:alpha val="70000"/>
            </a:srgbClr>
          </a:solidFill>
          <a:ln w="6350">
            <a:solidFill>
              <a:srgbClr val="6978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This diagram illustrates the core modules of the Horizon Kernel, including the inference engine, memory manager, and communication interface, to show their spatial arrangement.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inference engine is the central processing unit responsible for executing machine learning models with optimized performance and decreased system slowdown.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memory manager facilitates efficient allocation and deallocation of resources, mitigating memory leaks and supporting larger models for complex jobs.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communication interface handles data exchange between the kernel and external systems, emphasizing low-latency and high-bandwidth networking capabilities.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ADD8E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B0E0E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 Kernel Architecture: Layers of Innovation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6454F">
              <a:alpha val="70000"/>
            </a:srgbClr>
          </a:solidFill>
          <a:ln w="6350">
            <a:solidFill>
              <a:srgbClr val="6978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architecture encapsulates modular design, which enhances reusability and maintainability, enabling iterative enhancements based on new market demands.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its base, the hardware abstraction layer provides compatibility with various hardware platforms, allowing the kernel to be deployed across heterogeneous devices.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model management layer handles the loading and deployment of AI models, enabling efficient versioning and A/B testing for performance optimization.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Integrated debugging tools allow real-time tracking of kernel activity, identifying bottlenecks and enabling efficient optimization for improved performance.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Continuous Learning 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Data Acquisition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collects and pre-processes real-world data from diverse sources, preparing it for training and refinement of existing models.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Model Training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acquired data, the kernel retrains machine learning models, adapting to new patterns and behaviors to improve prediction accuracy.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1421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Validation and Testing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are rigorously tested against validation datasets to ensure generalization and prevent overfitting, which degrades reliability.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Model Deployment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models are deployed into the live environment, integrated seamlessly with existing systems to start impacting real-time decision-making tasks.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029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Performance Monitoring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continuously monitors the performance of deployed models, tracking key metrics and identifying areas for further optimization and refinement.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Accelerated Development: The 90-Day Build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1-4: 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core architecture, defining the key interfaces, and conducting initial proof-of-concept testing to evaluate core functionality.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1693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5-8: Module Integration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core modules such as inference engine and memory manager, ensuring seamless data flow and efficient resource allocation among components.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19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9-12: System Optimization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kernel performance through profiling, implementing caching strategies, and reducing memory footprint to meet stringent performance requirements.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3337560"/>
            <a:ext cx="365760" cy="365760"/>
          </a:xfrm>
          <a:prstGeom prst="ellipse">
            <a:avLst/>
          </a:prstGeom>
          <a:solidFill>
            <a:srgbClr val="ADD8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7453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0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DD8E6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13: Testing and Validation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comprehensive testing and validation to ensure stability, reliability, and adherence to specified performance benchmarks for optimal end-user experience.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DD8E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B0E0E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Performance Indicators (KPIs) for the Horizon Kernel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6454F">
              <a:alpha val="70000"/>
            </a:srgbClr>
          </a:solidFill>
          <a:ln w="6350">
            <a:solidFill>
              <a:srgbClr val="6978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inference speed reflects the kernel's ability to process data and make predictions quickly, directly correlating to real-time decision-making capabilities.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Resource utilization gauges the efficiency of memory and computational resources, reducing overall operational costs and promoting eco-friendly practices.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 accuracy tracks the performance of deployed models, ensuring alignment with business goals while continuously adapting to evolving data patterns.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System uptime measures the reliability and stability of the kernel, crucial for maintaining continuous operation and preventing service interruptions that impact consumers.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vs. Horizon Kernel: A Performance Showdown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98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6454F">
              <a:alpha val="65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D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 limited scalability due to monolithic architecture, making them unsuitable for large-scale deployments in heavy duty enterprise.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latency in processing data, thus impacting real-time decision-making and delaying responses that customers demand.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Limited support for heterogeneous data sources that can complicate integration with diverse systems in an ecosystem.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6454F">
              <a:alpha val="65000"/>
            </a:srgbClr>
          </a:solidFill>
          <a:ln w="12700">
            <a:solidFill>
              <a:srgbClr val="B0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 Kernel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Offers enhanced scalability with modular architecture, better suited for handling large volumes of data in sophisticated applications.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Provides lower latency driven by optimized inference engine, making the kernel superior for real-time processing with fast response times.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Supports diverse heterogenous data sources, simplifying integration of data from various sources and enterprise software for business solutions.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Model Research: Bridging Simulation and Reality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98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6454F">
              <a:alpha val="65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D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Approaches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Relies on pre-defined rules and static environments which can fail to capture the complexity and dynamics of the real world systems.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Struggle to generalize across evolving conditions limiting their applicability in uncertain, non-steady state conditions.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 be computationally expensive thus inhibiting the speed and efficiency of predictive modeling over dynamic situations.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6454F">
              <a:alpha val="65000"/>
            </a:srgbClr>
          </a:solidFill>
          <a:ln w="12700">
            <a:solidFill>
              <a:srgbClr val="B0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E0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 Kernel Advancements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Uses real-time data integration from sensors and IoT devices increasing the accuracy of world model behavior in complex scenarios.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Utilizes machine learning algorithms to adapt to new conditions by improving the prediction and generalization across diverse environments.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Allows for scalable simulations which support exploration of diverse what-if scenarios to improve business optimization and risk management situations.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B0E0E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ADD8E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Context Protocol: Ensuring AI Coherence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6454F">
              <a:alpha val="70000"/>
            </a:srgbClr>
          </a:solidFill>
          <a:ln w="6350">
            <a:solidFill>
              <a:srgbClr val="6978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Model Context Protocol provides a standardized framework for encapsulating contextual information of AI models, ensuring reusability and transparency.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protocol facilitates seamless model integration across various platforms, promoting operational efficiency and adaptability to evolving system needs.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enables enhanced auditability of AI decisions, allowing for in-depth analysis and compliance with regulatory requirements while providing consumer assurances.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protocol enhances the reliability and robustness of AI systems by explicitly defining model assumptions and limitations, which improves safety.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DD8E6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DD8E6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DD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Horizon is Here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Horizon Kernel represents the next evolution in adaptive and accelerated machine learning, improving AI performance across domains.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 Kernel: A Deep Dive</dc:title>
  <dc:subject>Generated by Pre Max AI — Techno Blue</dc:subject>
  <dc:creator>PptxGenJS</dc:creator>
  <cp:lastModifiedBy>PptxGenJS</cp:lastModifiedBy>
  <cp:revision>1</cp:revision>
  <dcterms:created xsi:type="dcterms:W3CDTF">2026-02-14T17:17:10Z</dcterms:created>
  <dcterms:modified xsi:type="dcterms:W3CDTF">2026-02-14T17:17:10Z</dcterms:modified>
</cp:coreProperties>
</file>