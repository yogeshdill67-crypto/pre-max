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9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3F51B5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3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Academic Ascent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51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7986CB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7986CB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Crafting Your Path: A Personal Development Plan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ASCENT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F51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51B5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Embarking on Self-Discovery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 toward personal and academic excellence begins now.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F51B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7986C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Deconstructing the Self: A Detailed 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Understanding oneself involves dissecting various aspects, including strengths, weaknesses, opportunities, and challenges, to form a holistic view.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Strengths are internal capabilities that give advantages, weaknesses are internal limitations, opportunities are external conditions, and challenges are external threats that need to be addressed.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Effective self-understanding helps align personal goals with realistic potential, fostering a sense of purpose and direction within the academic environment.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Reflecting on past experiences and feedback is crucial to identifying recurring patterns and hidden biases that may influence decision-making processes.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Regular self-assessment enables continuous improvement and encourages a growth mindset by recognizing areas where focused development can yield significant results.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F51B5">
              <a:alpha val="20000"/>
            </a:srgbClr>
          </a:solidFill>
          <a:ln w="12700">
            <a:solidFill>
              <a:srgbClr val="3F51B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F51B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7986C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Measuring Your Ambition: SMART Goal Dashboard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3F51B5">
              <a:alpha val="20000"/>
            </a:srgbClr>
          </a:solidFill>
          <a:ln w="12700">
            <a:solidFill>
              <a:srgbClr val="3F51B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F51B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5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Completion Rate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F51B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5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3.7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GPA Target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F51B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5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Study Hours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F51B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5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Graduation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Navigating the University Ecosystem: A Resource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6" name="Shape 4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7" name="Text 5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Enriching Your Experience: Co-Curricular Evolution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6" name="Shape 4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7" name="Text 5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and Now: Reflecting on Your Transformation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D0D9E1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Starting 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Limited self-awareness and unclear academic goals.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Minimal engagement in co-curricular activities and limited network.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Uncertainty about career direction and personal values.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7986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986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Growth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Strong self-understanding and well-defined SMART goals.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 participation in diverse extracurricular activities.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Clear career vision aligned with personal values.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F51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51B5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Concluding Your Ascent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key accomplishments and planning future endeavors.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F51B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7986C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Goals and Planned Activities: A Concise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Achieving a 3.8 GPA in computer science by dedicating at least 20 hours per week to focused study and collaborative projects with peers.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Securing an internship at a technology company by actively networking at career fairs and tailoring my resume to highlight relevant skills and experience.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Developing leadership skills through active participation in the university's student government, contributing to policy discussions and community initiatives.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Enhancing communication abilities by attending public speaking workshops and volunteering as a tutor, improving clarity and confidence in articulating ideas.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Maintaining a healthy work-life balance by incorporating regular exercise, mindfulness activities, and social interactions to prevent burnout and promote well-being.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Seeking out mentorship opportunities with experienced professionals in the tech industry with the goal of gathering insight and guidance through the field.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F51B5">
              <a:alpha val="20000"/>
            </a:srgbClr>
          </a:solidFill>
          <a:ln w="12700">
            <a:solidFill>
              <a:srgbClr val="3F51B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7986C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F51B5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Aligning Development with Destination: Career Trajectory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Aligning personal development with career goals involves identifying the skills and experience required for your desired career path and actively working towards acquiring them.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Begin by researching the roles and responsibilities of professionals in your target field to understand the specific competencies and qualifications sought by employers.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Assess your current skill set against these requirements and create a plan to bridge any gaps through targeted learning experiences, such as online courses or internships.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Network with professionals in your industry to gain insights into career paths, industry trends, and potential opportunities for advancement and professional development.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Continuously refine your resume and cover letter to highlight relevant skills and achievements that demonstrate your suitability for specific job openings you are interested in.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Consider enrolling in advanced degree programs, certifications, or industry-specific training to enhance your credentials and increase your competitiveness in the job market.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F51B5">
              <a:alpha val="20000"/>
            </a:srgbClr>
          </a:solidFill>
          <a:ln w="12700">
            <a:solidFill>
              <a:srgbClr val="3F51B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F51B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7986C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F51B5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Charting Your Course: The Growth Roadmap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3F51B5"/>
          </a:solidFill>
          <a:ln w="25400">
            <a:solidFill>
              <a:srgbClr val="E9F2FA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B6BFC7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F51B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strong academic foundation by focusing on core courses and building relationships with professors.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3337560"/>
            <a:ext cx="365760" cy="365760"/>
          </a:xfrm>
          <a:prstGeom prst="ellipse">
            <a:avLst/>
          </a:prstGeom>
          <a:solidFill>
            <a:srgbClr val="3F51B5"/>
          </a:solidFill>
          <a:ln w="25400">
            <a:solidFill>
              <a:srgbClr val="E9F2FA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16936" y="3749040"/>
            <a:ext cx="18288" cy="777240"/>
          </a:xfrm>
          <a:prstGeom prst="rect">
            <a:avLst/>
          </a:prstGeom>
          <a:solidFill>
            <a:srgbClr val="B6BFC7"/>
          </a:solidFill>
          <a:ln/>
        </p:spPr>
      </p:sp>
      <p:sp>
        <p:nvSpPr>
          <p:cNvPr id="15" name="Shape 13"/>
          <p:cNvSpPr/>
          <p:nvPr/>
        </p:nvSpPr>
        <p:spPr>
          <a:xfrm>
            <a:off x="24231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F51B5"/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potential career interests through internships and part-time jobs.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337560"/>
            <a:ext cx="365760" cy="365760"/>
          </a:xfrm>
          <a:prstGeom prst="ellipse">
            <a:avLst/>
          </a:prstGeom>
          <a:solidFill>
            <a:srgbClr val="3F51B5"/>
          </a:solidFill>
          <a:ln w="25400">
            <a:solidFill>
              <a:srgbClr val="E9F2FA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2560320"/>
            <a:ext cx="18288" cy="777240"/>
          </a:xfrm>
          <a:prstGeom prst="rect">
            <a:avLst/>
          </a:prstGeom>
          <a:solidFill>
            <a:srgbClr val="B6BFC7"/>
          </a:solidFill>
          <a:ln/>
        </p:spPr>
      </p:sp>
      <p:sp>
        <p:nvSpPr>
          <p:cNvPr id="20" name="Shape 18"/>
          <p:cNvSpPr/>
          <p:nvPr/>
        </p:nvSpPr>
        <p:spPr>
          <a:xfrm>
            <a:off x="42519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F51B5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leadership skills by participating in student organizations and taking on leadership roles.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337560"/>
            <a:ext cx="365760" cy="365760"/>
          </a:xfrm>
          <a:prstGeom prst="ellipse">
            <a:avLst/>
          </a:prstGeom>
          <a:solidFill>
            <a:srgbClr val="3F51B5"/>
          </a:solidFill>
          <a:ln w="25400">
            <a:solidFill>
              <a:srgbClr val="E9F2FA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74536" y="3749040"/>
            <a:ext cx="18288" cy="777240"/>
          </a:xfrm>
          <a:prstGeom prst="rect">
            <a:avLst/>
          </a:prstGeom>
          <a:solidFill>
            <a:srgbClr val="B6BFC7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07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F51B5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graduation by networking with potential employers and refining resume/cover letter.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Crafting Your Path: A Personal Development Plan</dc:title>
  <dc:subject>Generated by Pre Max AI — Academic Ascent</dc:subject>
  <dc:creator>PptxGenJS</dc:creator>
  <cp:lastModifiedBy>PptxGenJS</cp:lastModifiedBy>
  <cp:revision>1</cp:revision>
  <dcterms:created xsi:type="dcterms:W3CDTF">2026-02-15T11:03:52Z</dcterms:created>
  <dcterms:modified xsi:type="dcterms:W3CDTF">2026-02-15T11:03:52Z</dcterms:modified>
</cp:coreProperties>
</file>