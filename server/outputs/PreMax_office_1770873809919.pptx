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 MAX AI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LoRa Motor Starter Project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</a:rPr>
              <a:t>OFFICE MODE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Graphical Representation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User / Operator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Transmitter Unit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Signal / Command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Receiver Unit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Microcontroller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Relay Module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AC Motor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Power Supply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Safety &amp; Control Flow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Start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Power Available? (Yes/No)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Signal OK? (Yes/No)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Activate Relay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Motor 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Stop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Signal Flow (Sequence Diagram)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User -&gt; LoRa Transmitter -&gt; LoRa Receiver -&gt; MCU -&gt; Relay -&gt; Motor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Sequence of actions: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Start / Stop Command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Data Packet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Valid Signal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Trigger ON/OFF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Power Control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Hardware Block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Wireless Communication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Power Supply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Arduino + LoRa TX (Transmitter)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Arduino + LoRa RX (Receiver)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Relay Module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Motor Load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Operating State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States: Idle, Waiting, Running, Safe, Unsafe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Transitions: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Stop Command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Safety Check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Safe State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Motor is not running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System is ready for operation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All safety checks passed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Unsafe State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Motor has issues.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System in need of maintenance.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Safety protocol breached.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Waiting State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Awaiting user input.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System is checking for appropriate input.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Running State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Motor in operation.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constantly maintaining function.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 Motor Starter Project</dc:title>
  <dc:subject>Generated by Pre Max (office)</dc:subject>
  <dc:creator>PptxGenJS</dc:creator>
  <cp:lastModifiedBy>PptxGenJS</cp:lastModifiedBy>
  <cp:revision>1</cp:revision>
  <dcterms:created xsi:type="dcterms:W3CDTF">2026-02-12T05:23:29Z</dcterms:created>
  <dcterms:modified xsi:type="dcterms:W3CDTF">2026-02-12T05:23:29Z</dcterms:modified>
</cp:coreProperties>
</file>